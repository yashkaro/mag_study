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0" r:id="rId2"/>
  </p:sldMasterIdLst>
  <p:notesMasterIdLst>
    <p:notesMasterId r:id="rId11"/>
  </p:notesMasterIdLst>
  <p:handoutMasterIdLst>
    <p:handoutMasterId r:id="rId12"/>
  </p:handoutMasterIdLst>
  <p:sldIdLst>
    <p:sldId id="386" r:id="rId3"/>
    <p:sldId id="388" r:id="rId4"/>
    <p:sldId id="304" r:id="rId5"/>
    <p:sldId id="367" r:id="rId6"/>
    <p:sldId id="1029" r:id="rId7"/>
    <p:sldId id="1065" r:id="rId8"/>
    <p:sldId id="368" r:id="rId9"/>
    <p:sldId id="1066" r:id="rId10"/>
  </p:sldIdLst>
  <p:sldSz cx="9906000" cy="6858000" type="A4"/>
  <p:notesSz cx="6797675" cy="987425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395"/>
    <a:srgbClr val="DA5800"/>
    <a:srgbClr val="002394"/>
    <a:srgbClr val="AAAAAA"/>
    <a:srgbClr val="0E2B8D"/>
    <a:srgbClr val="00A0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50" autoAdjust="0"/>
    <p:restoredTop sz="94900" autoAdjust="0"/>
  </p:normalViewPr>
  <p:slideViewPr>
    <p:cSldViewPr>
      <p:cViewPr varScale="1">
        <p:scale>
          <a:sx n="108" d="100"/>
          <a:sy n="108" d="100"/>
        </p:scale>
        <p:origin x="1536" y="13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1050;&#1085;&#1080;&#1075;&#1072;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effectLst/>
              </a:rPr>
              <a:t>Financial statistics</a:t>
            </a:r>
            <a:endParaRPr lang="ru-RU"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manualLayout>
          <c:layoutTarget val="inner"/>
          <c:xMode val="edge"/>
          <c:yMode val="edge"/>
          <c:x val="0.11208291671295782"/>
          <c:y val="0.20334551410210944"/>
          <c:w val="0.86440117764692814"/>
          <c:h val="0.49365554978782161"/>
        </c:manualLayout>
      </c:layout>
      <c:barChart>
        <c:barDir val="col"/>
        <c:grouping val="clustered"/>
        <c:varyColors val="0"/>
        <c:ser>
          <c:idx val="0"/>
          <c:order val="0"/>
          <c:tx>
            <c:strRef>
              <c:f>Лист1!$B$1</c:f>
              <c:strCache>
                <c:ptCount val="1"/>
                <c:pt idx="0">
                  <c:v>2023</c:v>
                </c:pt>
              </c:strCache>
            </c:strRef>
          </c:tx>
          <c:spPr>
            <a:solidFill>
              <a:schemeClr val="accent1"/>
            </a:solidFill>
            <a:ln>
              <a:noFill/>
            </a:ln>
            <a:effectLst/>
          </c:spPr>
          <c:invertIfNegative val="0"/>
          <c:cat>
            <c:strRef>
              <c:f>Лист1!$A$2:$A$5</c:f>
              <c:strCache>
                <c:ptCount val="4"/>
                <c:pt idx="0">
                  <c:v>Net interest income</c:v>
                </c:pt>
                <c:pt idx="1">
                  <c:v>Net commission income</c:v>
                </c:pt>
                <c:pt idx="2">
                  <c:v>Operating income</c:v>
                </c:pt>
                <c:pt idx="3">
                  <c:v>Net profit</c:v>
                </c:pt>
              </c:strCache>
            </c:strRef>
          </c:cat>
          <c:val>
            <c:numRef>
              <c:f>Лист1!$B$2:$B$5</c:f>
              <c:numCache>
                <c:formatCode>General</c:formatCode>
                <c:ptCount val="4"/>
                <c:pt idx="0">
                  <c:v>285.10000000000002</c:v>
                </c:pt>
                <c:pt idx="1">
                  <c:v>47.7</c:v>
                </c:pt>
                <c:pt idx="2">
                  <c:v>394.8</c:v>
                </c:pt>
                <c:pt idx="3">
                  <c:v>116.6</c:v>
                </c:pt>
              </c:numCache>
            </c:numRef>
          </c:val>
          <c:extLst>
            <c:ext xmlns:c16="http://schemas.microsoft.com/office/drawing/2014/chart" uri="{C3380CC4-5D6E-409C-BE32-E72D297353CC}">
              <c16:uniqueId val="{00000000-F090-4061-89CF-0AFFCF97DE8F}"/>
            </c:ext>
          </c:extLst>
        </c:ser>
        <c:ser>
          <c:idx val="1"/>
          <c:order val="1"/>
          <c:tx>
            <c:strRef>
              <c:f>Лист1!$C$1</c:f>
              <c:strCache>
                <c:ptCount val="1"/>
                <c:pt idx="0">
                  <c:v>2024</c:v>
                </c:pt>
              </c:strCache>
            </c:strRef>
          </c:tx>
          <c:spPr>
            <a:solidFill>
              <a:schemeClr val="accent2"/>
            </a:solidFill>
            <a:ln>
              <a:noFill/>
            </a:ln>
            <a:effectLst/>
          </c:spPr>
          <c:invertIfNegative val="0"/>
          <c:cat>
            <c:strRef>
              <c:f>Лист1!$A$2:$A$5</c:f>
              <c:strCache>
                <c:ptCount val="4"/>
                <c:pt idx="0">
                  <c:v>Net interest income</c:v>
                </c:pt>
                <c:pt idx="1">
                  <c:v>Net commission income</c:v>
                </c:pt>
                <c:pt idx="2">
                  <c:v>Operating income</c:v>
                </c:pt>
                <c:pt idx="3">
                  <c:v>Net profit</c:v>
                </c:pt>
              </c:strCache>
            </c:strRef>
          </c:cat>
          <c:val>
            <c:numRef>
              <c:f>Лист1!$C$2:$C$5</c:f>
              <c:numCache>
                <c:formatCode>General</c:formatCode>
                <c:ptCount val="4"/>
                <c:pt idx="0">
                  <c:v>297.10000000000002</c:v>
                </c:pt>
                <c:pt idx="1">
                  <c:v>56.6</c:v>
                </c:pt>
                <c:pt idx="2">
                  <c:v>453.2</c:v>
                </c:pt>
                <c:pt idx="3">
                  <c:v>142.1</c:v>
                </c:pt>
              </c:numCache>
            </c:numRef>
          </c:val>
          <c:extLst>
            <c:ext xmlns:c16="http://schemas.microsoft.com/office/drawing/2014/chart" uri="{C3380CC4-5D6E-409C-BE32-E72D297353CC}">
              <c16:uniqueId val="{00000001-F090-4061-89CF-0AFFCF97DE8F}"/>
            </c:ext>
          </c:extLst>
        </c:ser>
        <c:dLbls>
          <c:showLegendKey val="0"/>
          <c:showVal val="0"/>
          <c:showCatName val="0"/>
          <c:showSerName val="0"/>
          <c:showPercent val="0"/>
          <c:showBubbleSize val="0"/>
        </c:dLbls>
        <c:gapWidth val="150"/>
        <c:axId val="670227887"/>
        <c:axId val="670231631"/>
      </c:barChart>
      <c:catAx>
        <c:axId val="670227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670231631"/>
        <c:crosses val="autoZero"/>
        <c:auto val="1"/>
        <c:lblAlgn val="ctr"/>
        <c:lblOffset val="100"/>
        <c:noMultiLvlLbl val="0"/>
      </c:catAx>
      <c:valAx>
        <c:axId val="670231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670227887"/>
        <c:crosses val="autoZero"/>
        <c:crossBetween val="between"/>
      </c:valAx>
      <c:spPr>
        <a:noFill/>
        <a:ln>
          <a:noFill/>
        </a:ln>
        <a:effectLst/>
      </c:spPr>
    </c:plotArea>
    <c:legend>
      <c:legendPos val="b"/>
      <c:layout>
        <c:manualLayout>
          <c:xMode val="edge"/>
          <c:yMode val="edge"/>
          <c:x val="0.5612066251897937"/>
          <c:y val="0.87919898168087751"/>
          <c:w val="0.28323612191238012"/>
          <c:h val="9.469202870618306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lineChart>
        <c:grouping val="standard"/>
        <c:varyColors val="0"/>
        <c:ser>
          <c:idx val="0"/>
          <c:order val="0"/>
          <c:tx>
            <c:strRef>
              <c:f>Лист1!$J$1</c:f>
              <c:strCache>
                <c:ptCount val="1"/>
                <c:pt idx="0">
                  <c:v>Number of clients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Лист1!$I$2:$I$13</c:f>
              <c:strCache>
                <c:ptCount val="12"/>
                <c:pt idx="0">
                  <c:v>January</c:v>
                </c:pt>
                <c:pt idx="1">
                  <c:v>February</c:v>
                </c:pt>
                <c:pt idx="2">
                  <c:v>March</c:v>
                </c:pt>
                <c:pt idx="3">
                  <c:v>April</c:v>
                </c:pt>
                <c:pt idx="4">
                  <c:v>Fat</c:v>
                </c:pt>
                <c:pt idx="5">
                  <c:v>June</c:v>
                </c:pt>
                <c:pt idx="6">
                  <c:v>July</c:v>
                </c:pt>
                <c:pt idx="7">
                  <c:v>August</c:v>
                </c:pt>
                <c:pt idx="8">
                  <c:v>September</c:v>
                </c:pt>
                <c:pt idx="9">
                  <c:v>October</c:v>
                </c:pt>
                <c:pt idx="10">
                  <c:v>November</c:v>
                </c:pt>
                <c:pt idx="11">
                  <c:v>December</c:v>
                </c:pt>
              </c:strCache>
            </c:strRef>
          </c:cat>
          <c:val>
            <c:numRef>
              <c:f>Лист1!$J$2:$J$13</c:f>
              <c:numCache>
                <c:formatCode>#,##0</c:formatCode>
                <c:ptCount val="12"/>
                <c:pt idx="0">
                  <c:v>154000</c:v>
                </c:pt>
                <c:pt idx="1">
                  <c:v>158500</c:v>
                </c:pt>
                <c:pt idx="2">
                  <c:v>163200</c:v>
                </c:pt>
                <c:pt idx="3">
                  <c:v>168100</c:v>
                </c:pt>
                <c:pt idx="4">
                  <c:v>172000</c:v>
                </c:pt>
                <c:pt idx="5">
                  <c:v>176500</c:v>
                </c:pt>
                <c:pt idx="6">
                  <c:v>181200</c:v>
                </c:pt>
                <c:pt idx="7">
                  <c:v>186500</c:v>
                </c:pt>
                <c:pt idx="8">
                  <c:v>192000</c:v>
                </c:pt>
                <c:pt idx="9">
                  <c:v>198500</c:v>
                </c:pt>
                <c:pt idx="10">
                  <c:v>205000</c:v>
                </c:pt>
                <c:pt idx="11">
                  <c:v>212000</c:v>
                </c:pt>
              </c:numCache>
            </c:numRef>
          </c:val>
          <c:smooth val="0"/>
          <c:extLst>
            <c:ext xmlns:c16="http://schemas.microsoft.com/office/drawing/2014/chart" uri="{C3380CC4-5D6E-409C-BE32-E72D297353CC}">
              <c16:uniqueId val="{00000000-7584-47FE-AED3-CE9332743CBA}"/>
            </c:ext>
          </c:extLst>
        </c:ser>
        <c:dLbls>
          <c:showLegendKey val="0"/>
          <c:showVal val="0"/>
          <c:showCatName val="0"/>
          <c:showSerName val="0"/>
          <c:showPercent val="0"/>
          <c:showBubbleSize val="0"/>
        </c:dLbls>
        <c:marker val="1"/>
        <c:smooth val="0"/>
        <c:axId val="165023120"/>
        <c:axId val="165023536"/>
      </c:lineChart>
      <c:catAx>
        <c:axId val="165023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5023536"/>
        <c:crosses val="autoZero"/>
        <c:auto val="1"/>
        <c:lblAlgn val="ctr"/>
        <c:lblOffset val="100"/>
        <c:noMultiLvlLbl val="0"/>
      </c:catAx>
      <c:valAx>
        <c:axId val="1650235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5023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250883" name="Rectangle 3"/>
          <p:cNvSpPr>
            <a:spLocks noGrp="1" noChangeArrowheads="1"/>
          </p:cNvSpPr>
          <p:nvPr>
            <p:ph type="dt" sz="quarter"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50884" name="Rectangle 4"/>
          <p:cNvSpPr>
            <a:spLocks noGrp="1" noChangeArrowheads="1"/>
          </p:cNvSpPr>
          <p:nvPr>
            <p:ph type="ftr" sz="quarter" idx="2"/>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250885" name="Rectangle 5"/>
          <p:cNvSpPr>
            <a:spLocks noGrp="1" noChangeArrowheads="1"/>
          </p:cNvSpPr>
          <p:nvPr>
            <p:ph type="sldNum" sz="quarter" idx="3"/>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FE5CC2A-BBC4-4F54-9850-D647C6FDAC26}" type="slidenum">
              <a:rPr lang="ru-RU"/>
              <a:pPr>
                <a:defRPr/>
              </a:pPr>
              <a:t>‹#›</a:t>
            </a:fld>
            <a:endParaRPr lang="ru-RU"/>
          </a:p>
        </p:txBody>
      </p:sp>
    </p:spTree>
    <p:extLst>
      <p:ext uri="{BB962C8B-B14F-4D97-AF65-F5344CB8AC3E}">
        <p14:creationId xmlns:p14="http://schemas.microsoft.com/office/powerpoint/2010/main" val="292566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10243" name="Rectangle 3"/>
          <p:cNvSpPr>
            <a:spLocks noGrp="1" noChangeArrowheads="1"/>
          </p:cNvSpPr>
          <p:nvPr>
            <p:ph type="dt"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1508" name="Rectangle 4"/>
          <p:cNvSpPr>
            <a:spLocks noGrp="1" noRot="1" noChangeAspect="1" noChangeArrowheads="1" noTextEdit="1"/>
          </p:cNvSpPr>
          <p:nvPr>
            <p:ph type="sldImg" idx="2"/>
          </p:nvPr>
        </p:nvSpPr>
        <p:spPr bwMode="auto">
          <a:xfrm>
            <a:off x="725488" y="741363"/>
            <a:ext cx="5346700"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79450" y="4689993"/>
            <a:ext cx="5438775" cy="444364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10246" name="Rectangle 6"/>
          <p:cNvSpPr>
            <a:spLocks noGrp="1" noChangeArrowheads="1"/>
          </p:cNvSpPr>
          <p:nvPr>
            <p:ph type="ftr" sz="quarter" idx="4"/>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10247" name="Rectangle 7"/>
          <p:cNvSpPr>
            <a:spLocks noGrp="1" noChangeArrowheads="1"/>
          </p:cNvSpPr>
          <p:nvPr>
            <p:ph type="sldNum" sz="quarter" idx="5"/>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1A73C05-F021-4679-8F9D-253E26256044}" type="slidenum">
              <a:rPr lang="ru-RU"/>
              <a:pPr>
                <a:defRPr/>
              </a:pPr>
              <a:t>‹#›</a:t>
            </a:fld>
            <a:endParaRPr lang="ru-RU"/>
          </a:p>
        </p:txBody>
      </p:sp>
    </p:spTree>
    <p:extLst>
      <p:ext uri="{BB962C8B-B14F-4D97-AF65-F5344CB8AC3E}">
        <p14:creationId xmlns:p14="http://schemas.microsoft.com/office/powerpoint/2010/main" val="1388499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4CC2597B-FC3B-4A19-A702-00F271193F60}" type="slidenum">
              <a:rPr lang="ru-RU" smtClean="0"/>
              <a:pPr/>
              <a:t>1</a:t>
            </a:fld>
            <a:endParaRPr lang="ru-RU"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ru-R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2</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98801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3</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4</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7</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8</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52815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Tree>
    <p:extLst>
      <p:ext uri="{BB962C8B-B14F-4D97-AF65-F5344CB8AC3E}">
        <p14:creationId xmlns:p14="http://schemas.microsoft.com/office/powerpoint/2010/main" val="4183585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101100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Tree>
    <p:extLst>
      <p:ext uri="{BB962C8B-B14F-4D97-AF65-F5344CB8AC3E}">
        <p14:creationId xmlns:p14="http://schemas.microsoft.com/office/powerpoint/2010/main" val="4281752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28202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39061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363000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455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72131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51038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88171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81850" y="2708275"/>
            <a:ext cx="2228850" cy="38893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95300" y="2708275"/>
            <a:ext cx="6534150" cy="38893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57509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Заголовок, схема или организационная диаграмм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8000" y="2708275"/>
            <a:ext cx="8836025" cy="2160588"/>
          </a:xfrm>
        </p:spPr>
        <p:txBody>
          <a:bodyPr/>
          <a:lstStyle/>
          <a:p>
            <a:r>
              <a:rPr lang="ru-RU"/>
              <a:t>Образец заголовка</a:t>
            </a:r>
          </a:p>
        </p:txBody>
      </p:sp>
      <p:sp>
        <p:nvSpPr>
          <p:cNvPr id="3" name="Рисунок SmartArt 2"/>
          <p:cNvSpPr>
            <a:spLocks noGrp="1"/>
          </p:cNvSpPr>
          <p:nvPr>
            <p:ph type="dgm" idx="1"/>
          </p:nvPr>
        </p:nvSpPr>
        <p:spPr>
          <a:xfrm>
            <a:off x="495300" y="6238875"/>
            <a:ext cx="8915400" cy="358775"/>
          </a:xfrm>
        </p:spPr>
        <p:txBody>
          <a:bodyPr/>
          <a:lstStyle/>
          <a:p>
            <a:pPr lvl="0"/>
            <a:endParaRPr lang="ru-RU" noProof="0"/>
          </a:p>
        </p:txBody>
      </p:sp>
    </p:spTree>
    <p:extLst>
      <p:ext uri="{BB962C8B-B14F-4D97-AF65-F5344CB8AC3E}">
        <p14:creationId xmlns:p14="http://schemas.microsoft.com/office/powerpoint/2010/main" val="336372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5129F8BE-4E8B-42E3-B351-36ED8F85CF74}" type="slidenum">
              <a:rPr lang="ru-RU"/>
              <a:pPr>
                <a:defRPr/>
              </a:pPr>
              <a:t>‹#›</a:t>
            </a:fld>
            <a:endParaRPr lang="ru-RU"/>
          </a:p>
        </p:txBody>
      </p:sp>
    </p:spTree>
    <p:extLst>
      <p:ext uri="{BB962C8B-B14F-4D97-AF65-F5344CB8AC3E}">
        <p14:creationId xmlns:p14="http://schemas.microsoft.com/office/powerpoint/2010/main" val="4028776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2BCD04C3-96C2-43EE-BCA1-D4DF9E0BDC91}" type="slidenum">
              <a:rPr lang="ru-RU"/>
              <a:pPr>
                <a:defRPr/>
              </a:pPr>
              <a:t>‹#›</a:t>
            </a:fld>
            <a:endParaRPr lang="ru-RU"/>
          </a:p>
        </p:txBody>
      </p:sp>
    </p:spTree>
    <p:extLst>
      <p:ext uri="{BB962C8B-B14F-4D97-AF65-F5344CB8AC3E}">
        <p14:creationId xmlns:p14="http://schemas.microsoft.com/office/powerpoint/2010/main" val="1474231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14B93598-CA68-423E-9172-991CC6388D3B}" type="slidenum">
              <a:rPr lang="ru-RU"/>
              <a:pPr>
                <a:defRPr/>
              </a:pPr>
              <a:t>‹#›</a:t>
            </a:fld>
            <a:endParaRPr lang="ru-RU"/>
          </a:p>
        </p:txBody>
      </p:sp>
    </p:spTree>
    <p:extLst>
      <p:ext uri="{BB962C8B-B14F-4D97-AF65-F5344CB8AC3E}">
        <p14:creationId xmlns:p14="http://schemas.microsoft.com/office/powerpoint/2010/main" val="128456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9E211C8-AA0B-4A82-9714-560AC98B840D}" type="slidenum">
              <a:rPr lang="ru-RU"/>
              <a:pPr>
                <a:defRPr/>
              </a:pPr>
              <a:t>‹#›</a:t>
            </a:fld>
            <a:endParaRPr lang="ru-RU"/>
          </a:p>
        </p:txBody>
      </p:sp>
    </p:spTree>
    <p:extLst>
      <p:ext uri="{BB962C8B-B14F-4D97-AF65-F5344CB8AC3E}">
        <p14:creationId xmlns:p14="http://schemas.microsoft.com/office/powerpoint/2010/main" val="2138757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6"/>
          <p:cNvSpPr>
            <a:spLocks noGrp="1" noChangeArrowheads="1"/>
          </p:cNvSpPr>
          <p:nvPr>
            <p:ph type="sldNum" sz="quarter" idx="10"/>
          </p:nvPr>
        </p:nvSpPr>
        <p:spPr>
          <a:ln/>
        </p:spPr>
        <p:txBody>
          <a:bodyPr/>
          <a:lstStyle>
            <a:lvl1pPr>
              <a:defRPr/>
            </a:lvl1pPr>
          </a:lstStyle>
          <a:p>
            <a:pPr>
              <a:defRPr/>
            </a:pPr>
            <a:r>
              <a:rPr lang="ru-RU"/>
              <a:t>Слайд </a:t>
            </a:r>
            <a:fld id="{27D497DD-A4B2-4E6F-A62E-E029AF255A7A}" type="slidenum">
              <a:rPr lang="ru-RU"/>
              <a:pPr>
                <a:defRPr/>
              </a:pPr>
              <a:t>‹#›</a:t>
            </a:fld>
            <a:endParaRPr lang="ru-RU"/>
          </a:p>
        </p:txBody>
      </p:sp>
    </p:spTree>
    <p:extLst>
      <p:ext uri="{BB962C8B-B14F-4D97-AF65-F5344CB8AC3E}">
        <p14:creationId xmlns:p14="http://schemas.microsoft.com/office/powerpoint/2010/main" val="2196109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B254B7F8-7478-46A6-AA7E-1FB659CD732B}" type="slidenum">
              <a:rPr lang="ru-RU"/>
              <a:pPr>
                <a:defRPr/>
              </a:pPr>
              <a:t>‹#›</a:t>
            </a:fld>
            <a:endParaRPr lang="ru-RU"/>
          </a:p>
        </p:txBody>
      </p:sp>
    </p:spTree>
    <p:extLst>
      <p:ext uri="{BB962C8B-B14F-4D97-AF65-F5344CB8AC3E}">
        <p14:creationId xmlns:p14="http://schemas.microsoft.com/office/powerpoint/2010/main" val="789728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ru-RU"/>
              <a:t>Слайд </a:t>
            </a:r>
            <a:fld id="{7DCEE9E7-25AF-42DF-86F1-84EFCBA56EFC}" type="slidenum">
              <a:rPr lang="ru-RU"/>
              <a:pPr>
                <a:defRPr/>
              </a:pPr>
              <a:t>‹#›</a:t>
            </a:fld>
            <a:endParaRPr lang="ru-RU"/>
          </a:p>
        </p:txBody>
      </p:sp>
    </p:spTree>
    <p:extLst>
      <p:ext uri="{BB962C8B-B14F-4D97-AF65-F5344CB8AC3E}">
        <p14:creationId xmlns:p14="http://schemas.microsoft.com/office/powerpoint/2010/main" val="3869580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BC820D94-7D32-4C15-8440-67F8AB1A026F}" type="slidenum">
              <a:rPr lang="ru-RU"/>
              <a:pPr>
                <a:defRPr/>
              </a:pPr>
              <a:t>‹#›</a:t>
            </a:fld>
            <a:endParaRPr lang="ru-RU"/>
          </a:p>
        </p:txBody>
      </p:sp>
    </p:spTree>
    <p:extLst>
      <p:ext uri="{BB962C8B-B14F-4D97-AF65-F5344CB8AC3E}">
        <p14:creationId xmlns:p14="http://schemas.microsoft.com/office/powerpoint/2010/main" val="942294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2200ABA-DA4C-494C-9C34-F15D719BE5E8}" type="slidenum">
              <a:rPr lang="ru-RU"/>
              <a:pPr>
                <a:defRPr/>
              </a:pPr>
              <a:t>‹#›</a:t>
            </a:fld>
            <a:endParaRPr lang="ru-RU"/>
          </a:p>
        </p:txBody>
      </p:sp>
    </p:spTree>
    <p:extLst>
      <p:ext uri="{BB962C8B-B14F-4D97-AF65-F5344CB8AC3E}">
        <p14:creationId xmlns:p14="http://schemas.microsoft.com/office/powerpoint/2010/main" val="3660011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EED46E6-4E81-4797-B0EF-6DD291D0746D}" type="slidenum">
              <a:rPr lang="ru-RU"/>
              <a:pPr>
                <a:defRPr/>
              </a:pPr>
              <a:t>‹#›</a:t>
            </a:fld>
            <a:endParaRPr lang="ru-RU"/>
          </a:p>
        </p:txBody>
      </p:sp>
    </p:spTree>
    <p:extLst>
      <p:ext uri="{BB962C8B-B14F-4D97-AF65-F5344CB8AC3E}">
        <p14:creationId xmlns:p14="http://schemas.microsoft.com/office/powerpoint/2010/main" val="1010741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62800" y="260350"/>
            <a:ext cx="2247900" cy="5865813"/>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15925" y="260350"/>
            <a:ext cx="6594475" cy="5865813"/>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6FC359C9-E7C6-4B36-A047-3CF84D00171C}" type="slidenum">
              <a:rPr lang="ru-RU"/>
              <a:pPr>
                <a:defRPr/>
              </a:pPr>
              <a:t>‹#›</a:t>
            </a:fld>
            <a:endParaRPr lang="ru-RU"/>
          </a:p>
        </p:txBody>
      </p:sp>
    </p:spTree>
    <p:extLst>
      <p:ext uri="{BB962C8B-B14F-4D97-AF65-F5344CB8AC3E}">
        <p14:creationId xmlns:p14="http://schemas.microsoft.com/office/powerpoint/2010/main" val="3823339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5925" y="260350"/>
            <a:ext cx="5616575" cy="576263"/>
          </a:xfrm>
        </p:spPr>
        <p:txBody>
          <a:bodyPr/>
          <a:lstStyle/>
          <a:p>
            <a:r>
              <a:rPr lang="ru-RU"/>
              <a:t>Образец заголовка</a:t>
            </a:r>
          </a:p>
        </p:txBody>
      </p:sp>
      <p:sp>
        <p:nvSpPr>
          <p:cNvPr id="3" name="Таблица 2"/>
          <p:cNvSpPr>
            <a:spLocks noGrp="1"/>
          </p:cNvSpPr>
          <p:nvPr>
            <p:ph type="tbl" idx="1"/>
          </p:nvPr>
        </p:nvSpPr>
        <p:spPr>
          <a:xfrm>
            <a:off x="495300" y="1125538"/>
            <a:ext cx="8915400" cy="5000625"/>
          </a:xfrm>
        </p:spPr>
        <p:txBody>
          <a:bodyPr/>
          <a:lstStyle/>
          <a:p>
            <a:pPr lvl="0"/>
            <a:endParaRPr lang="ru-RU" noProof="0"/>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25058C1-6B04-4E14-87F8-20FBFF008F35}" type="slidenum">
              <a:rPr lang="ru-RU"/>
              <a:pPr>
                <a:defRPr/>
              </a:pPr>
              <a:t>‹#›</a:t>
            </a:fld>
            <a:endParaRPr lang="ru-RU"/>
          </a:p>
        </p:txBody>
      </p:sp>
    </p:spTree>
    <p:extLst>
      <p:ext uri="{BB962C8B-B14F-4D97-AF65-F5344CB8AC3E}">
        <p14:creationId xmlns:p14="http://schemas.microsoft.com/office/powerpoint/2010/main" val="3950106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15925" y="260350"/>
            <a:ext cx="8994775" cy="586581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CC501A47-8E3C-4C6A-9557-E6B3E128E068}" type="slidenum">
              <a:rPr lang="ru-RU"/>
              <a:pPr>
                <a:defRPr/>
              </a:pPr>
              <a:t>‹#›</a:t>
            </a:fld>
            <a:endParaRPr lang="ru-RU"/>
          </a:p>
        </p:txBody>
      </p:sp>
    </p:spTree>
    <p:extLst>
      <p:ext uri="{BB962C8B-B14F-4D97-AF65-F5344CB8AC3E}">
        <p14:creationId xmlns:p14="http://schemas.microsoft.com/office/powerpoint/2010/main" val="2925935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emf"/><Relationship Id="rId2" Type="http://schemas.openxmlformats.org/officeDocument/2006/relationships/slideLayout" Target="../slideLayouts/slideLayout14.xml"/><Relationship Id="rId16" Type="http://schemas.openxmlformats.org/officeDocument/2006/relationships/oleObject" Target="../embeddings/oleObject2.bin"/><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vmlDrawing" Target="../drawings/vmlDrawing2.v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2395"/>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508000" y="2708275"/>
            <a:ext cx="88360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a:t>
            </a:r>
            <a:br>
              <a:rPr lang="ru-RU" altLang="ru-RU"/>
            </a:br>
            <a:r>
              <a:rPr lang="ru-RU" altLang="ru-RU"/>
              <a:t>презентации</a:t>
            </a:r>
          </a:p>
        </p:txBody>
      </p:sp>
      <p:sp>
        <p:nvSpPr>
          <p:cNvPr id="1029" name="Rectangle 3"/>
          <p:cNvSpPr>
            <a:spLocks noGrp="1" noChangeArrowheads="1"/>
          </p:cNvSpPr>
          <p:nvPr>
            <p:ph type="body" idx="1"/>
          </p:nvPr>
        </p:nvSpPr>
        <p:spPr bwMode="auto">
          <a:xfrm>
            <a:off x="495300" y="6238875"/>
            <a:ext cx="891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t" anchorCtr="0" compatLnSpc="1">
            <a:prstTxWarp prst="textNoShape">
              <a:avLst/>
            </a:prstTxWarp>
          </a:bodyPr>
          <a:lstStyle/>
          <a:p>
            <a:pPr lvl="0"/>
            <a:endParaRPr lang="ru-RU" altLang="ru-RU"/>
          </a:p>
        </p:txBody>
      </p:sp>
      <p:graphicFrame>
        <p:nvGraphicFramePr>
          <p:cNvPr id="1026" name="Object 12"/>
          <p:cNvGraphicFramePr>
            <a:graphicFrameLocks noChangeAspect="1"/>
          </p:cNvGraphicFramePr>
          <p:nvPr/>
        </p:nvGraphicFramePr>
        <p:xfrm>
          <a:off x="5459413" y="404813"/>
          <a:ext cx="4140200" cy="711200"/>
        </p:xfrm>
        <a:graphic>
          <a:graphicData uri="http://schemas.openxmlformats.org/presentationml/2006/ole">
            <mc:AlternateContent xmlns:mc="http://schemas.openxmlformats.org/markup-compatibility/2006">
              <mc:Choice xmlns:v="urn:schemas-microsoft-com:vml" Requires="v">
                <p:oleObj spid="_x0000_s1191" name="CorelDRAW" r:id="rId15" imgW="3912480" imgH="671760" progId="">
                  <p:embed/>
                </p:oleObj>
              </mc:Choice>
              <mc:Fallback>
                <p:oleObj name="CorelDRAW" r:id="rId15" imgW="3912480" imgH="671760" progId="">
                  <p:embed/>
                  <p:pic>
                    <p:nvPicPr>
                      <p:cNvPr id="0" name="Picture 1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59413" y="404813"/>
                        <a:ext cx="4140200" cy="7112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40" name="Rectangle 16"/>
          <p:cNvSpPr>
            <a:spLocks noChangeArrowheads="1"/>
          </p:cNvSpPr>
          <p:nvPr/>
        </p:nvSpPr>
        <p:spPr bwMode="auto">
          <a:xfrm>
            <a:off x="0" y="13398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1041" name="Rectangle 17"/>
          <p:cNvSpPr>
            <a:spLocks noChangeArrowheads="1"/>
          </p:cNvSpPr>
          <p:nvPr/>
        </p:nvSpPr>
        <p:spPr bwMode="auto">
          <a:xfrm>
            <a:off x="0" y="61658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ctr" rtl="0" eaLnBrk="0" fontAlgn="base" hangingPunct="0">
        <a:lnSpc>
          <a:spcPct val="75000"/>
        </a:lnSpc>
        <a:spcBef>
          <a:spcPct val="0"/>
        </a:spcBef>
        <a:spcAft>
          <a:spcPct val="0"/>
        </a:spcAft>
        <a:defRPr sz="5000">
          <a:solidFill>
            <a:schemeClr val="bg1"/>
          </a:solidFill>
          <a:latin typeface="+mj-lt"/>
          <a:ea typeface="+mj-ea"/>
          <a:cs typeface="+mj-cs"/>
        </a:defRPr>
      </a:lvl1pPr>
      <a:lvl2pPr algn="ctr" rtl="0" eaLnBrk="0" fontAlgn="base" hangingPunct="0">
        <a:lnSpc>
          <a:spcPct val="75000"/>
        </a:lnSpc>
        <a:spcBef>
          <a:spcPct val="0"/>
        </a:spcBef>
        <a:spcAft>
          <a:spcPct val="0"/>
        </a:spcAft>
        <a:defRPr sz="5000">
          <a:solidFill>
            <a:schemeClr val="bg1"/>
          </a:solidFill>
          <a:latin typeface="Myriad Pro Light" pitchFamily="34" charset="0"/>
        </a:defRPr>
      </a:lvl2pPr>
      <a:lvl3pPr algn="ctr" rtl="0" eaLnBrk="0" fontAlgn="base" hangingPunct="0">
        <a:lnSpc>
          <a:spcPct val="75000"/>
        </a:lnSpc>
        <a:spcBef>
          <a:spcPct val="0"/>
        </a:spcBef>
        <a:spcAft>
          <a:spcPct val="0"/>
        </a:spcAft>
        <a:defRPr sz="5000">
          <a:solidFill>
            <a:schemeClr val="bg1"/>
          </a:solidFill>
          <a:latin typeface="Myriad Pro Light" pitchFamily="34" charset="0"/>
        </a:defRPr>
      </a:lvl3pPr>
      <a:lvl4pPr algn="ctr" rtl="0" eaLnBrk="0" fontAlgn="base" hangingPunct="0">
        <a:lnSpc>
          <a:spcPct val="75000"/>
        </a:lnSpc>
        <a:spcBef>
          <a:spcPct val="0"/>
        </a:spcBef>
        <a:spcAft>
          <a:spcPct val="0"/>
        </a:spcAft>
        <a:defRPr sz="5000">
          <a:solidFill>
            <a:schemeClr val="bg1"/>
          </a:solidFill>
          <a:latin typeface="Myriad Pro Light" pitchFamily="34" charset="0"/>
        </a:defRPr>
      </a:lvl4pPr>
      <a:lvl5pPr algn="ctr" rtl="0" eaLnBrk="0" fontAlgn="base" hangingPunct="0">
        <a:lnSpc>
          <a:spcPct val="75000"/>
        </a:lnSpc>
        <a:spcBef>
          <a:spcPct val="0"/>
        </a:spcBef>
        <a:spcAft>
          <a:spcPct val="0"/>
        </a:spcAft>
        <a:defRPr sz="5000">
          <a:solidFill>
            <a:schemeClr val="bg1"/>
          </a:solidFill>
          <a:latin typeface="Myriad Pro Light" pitchFamily="34" charset="0"/>
        </a:defRPr>
      </a:lvl5pPr>
      <a:lvl6pPr marL="457200" algn="ctr" rtl="0" fontAlgn="base">
        <a:lnSpc>
          <a:spcPct val="75000"/>
        </a:lnSpc>
        <a:spcBef>
          <a:spcPct val="0"/>
        </a:spcBef>
        <a:spcAft>
          <a:spcPct val="0"/>
        </a:spcAft>
        <a:defRPr sz="5000">
          <a:solidFill>
            <a:schemeClr val="bg1"/>
          </a:solidFill>
          <a:latin typeface="Myriad Pro Light" pitchFamily="34" charset="0"/>
        </a:defRPr>
      </a:lvl6pPr>
      <a:lvl7pPr marL="914400" algn="ctr" rtl="0" fontAlgn="base">
        <a:lnSpc>
          <a:spcPct val="75000"/>
        </a:lnSpc>
        <a:spcBef>
          <a:spcPct val="0"/>
        </a:spcBef>
        <a:spcAft>
          <a:spcPct val="0"/>
        </a:spcAft>
        <a:defRPr sz="5000">
          <a:solidFill>
            <a:schemeClr val="bg1"/>
          </a:solidFill>
          <a:latin typeface="Myriad Pro Light" pitchFamily="34" charset="0"/>
        </a:defRPr>
      </a:lvl7pPr>
      <a:lvl8pPr marL="1371600" algn="ctr" rtl="0" fontAlgn="base">
        <a:lnSpc>
          <a:spcPct val="75000"/>
        </a:lnSpc>
        <a:spcBef>
          <a:spcPct val="0"/>
        </a:spcBef>
        <a:spcAft>
          <a:spcPct val="0"/>
        </a:spcAft>
        <a:defRPr sz="5000">
          <a:solidFill>
            <a:schemeClr val="bg1"/>
          </a:solidFill>
          <a:latin typeface="Myriad Pro Light" pitchFamily="34" charset="0"/>
        </a:defRPr>
      </a:lvl8pPr>
      <a:lvl9pPr marL="1828800" algn="ctr" rtl="0" fontAlgn="base">
        <a:lnSpc>
          <a:spcPct val="75000"/>
        </a:lnSpc>
        <a:spcBef>
          <a:spcPct val="0"/>
        </a:spcBef>
        <a:spcAft>
          <a:spcPct val="0"/>
        </a:spcAft>
        <a:defRPr sz="5000">
          <a:solidFill>
            <a:schemeClr val="bg1"/>
          </a:solidFill>
          <a:latin typeface="Myriad Pro Light" pitchFamily="34" charset="0"/>
        </a:defRPr>
      </a:lvl9pPr>
    </p:titleStyle>
    <p:bodyStyle>
      <a:lvl1pPr marL="342900" indent="-342900" algn="l" rtl="0" eaLnBrk="0" fontAlgn="base" hangingPunct="0">
        <a:spcBef>
          <a:spcPct val="20000"/>
        </a:spcBef>
        <a:spcAft>
          <a:spcPct val="0"/>
        </a:spcAft>
        <a:defRPr>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643" name="Rectangle 19"/>
          <p:cNvSpPr>
            <a:spLocks noChangeArrowheads="1"/>
          </p:cNvSpPr>
          <p:nvPr/>
        </p:nvSpPr>
        <p:spPr bwMode="auto">
          <a:xfrm>
            <a:off x="0" y="0"/>
            <a:ext cx="9906000" cy="908050"/>
          </a:xfrm>
          <a:prstGeom prst="rect">
            <a:avLst/>
          </a:prstGeom>
          <a:solidFill>
            <a:srgbClr val="002395"/>
          </a:solidFill>
          <a:ln w="9525">
            <a:noFill/>
            <a:miter lim="800000"/>
            <a:headEnd/>
            <a:tailEnd/>
          </a:ln>
          <a:effectLst/>
        </p:spPr>
        <p:txBody>
          <a:bodyPr wrap="none" anchor="ctr"/>
          <a:lstStyle/>
          <a:p>
            <a:pPr>
              <a:defRPr/>
            </a:pPr>
            <a:endParaRPr lang="ru-RU"/>
          </a:p>
        </p:txBody>
      </p:sp>
      <p:sp>
        <p:nvSpPr>
          <p:cNvPr id="2053" name="Rectangle 2"/>
          <p:cNvSpPr>
            <a:spLocks noGrp="1" noChangeArrowheads="1"/>
          </p:cNvSpPr>
          <p:nvPr>
            <p:ph type="title"/>
          </p:nvPr>
        </p:nvSpPr>
        <p:spPr bwMode="auto">
          <a:xfrm>
            <a:off x="415925" y="26035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страницы</a:t>
            </a:r>
          </a:p>
        </p:txBody>
      </p:sp>
      <p:sp>
        <p:nvSpPr>
          <p:cNvPr id="2054" name="Rectangle 3"/>
          <p:cNvSpPr>
            <a:spLocks noGrp="1" noChangeArrowheads="1"/>
          </p:cNvSpPr>
          <p:nvPr>
            <p:ph type="body" idx="1"/>
          </p:nvPr>
        </p:nvSpPr>
        <p:spPr bwMode="auto">
          <a:xfrm>
            <a:off x="495300" y="1125538"/>
            <a:ext cx="89154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заголовка</a:t>
            </a:r>
          </a:p>
          <a:p>
            <a:pPr lvl="1"/>
            <a:r>
              <a:rPr lang="ru-RU" altLang="ru-RU"/>
              <a:t>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a:t>
            </a:r>
          </a:p>
          <a:p>
            <a:pPr lvl="2"/>
            <a:r>
              <a:rPr lang="ru-RU" altLang="ru-RU"/>
              <a:t>Список 1</a:t>
            </a:r>
          </a:p>
          <a:p>
            <a:pPr lvl="3"/>
            <a:r>
              <a:rPr lang="ru-RU" altLang="ru-RU"/>
              <a:t>Список 2</a:t>
            </a:r>
          </a:p>
          <a:p>
            <a:pPr lvl="4"/>
            <a:r>
              <a:rPr lang="ru-RU" altLang="ru-RU"/>
              <a:t>Пятый уровень</a:t>
            </a:r>
          </a:p>
        </p:txBody>
      </p:sp>
      <p:sp>
        <p:nvSpPr>
          <p:cNvPr id="26630" name="Rectangle 6"/>
          <p:cNvSpPr>
            <a:spLocks noGrp="1" noChangeArrowheads="1"/>
          </p:cNvSpPr>
          <p:nvPr>
            <p:ph type="sldNum" sz="quarter" idx="4"/>
          </p:nvPr>
        </p:nvSpPr>
        <p:spPr bwMode="auto">
          <a:xfrm>
            <a:off x="7099300" y="6453188"/>
            <a:ext cx="23114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002395"/>
                </a:solidFill>
                <a:latin typeface="+mn-lt"/>
              </a:defRPr>
            </a:lvl1pPr>
          </a:lstStyle>
          <a:p>
            <a:pPr>
              <a:defRPr/>
            </a:pPr>
            <a:r>
              <a:rPr lang="ru-RU"/>
              <a:t>Слайд </a:t>
            </a:r>
            <a:fld id="{7DF56EA3-43C7-46F1-8E69-8FB710BE3B7A}" type="slidenum">
              <a:rPr lang="ru-RU"/>
              <a:pPr>
                <a:defRPr/>
              </a:pPr>
              <a:t>‹#›</a:t>
            </a:fld>
            <a:endParaRPr lang="ru-RU"/>
          </a:p>
        </p:txBody>
      </p:sp>
      <p:graphicFrame>
        <p:nvGraphicFramePr>
          <p:cNvPr id="2050" name="Object 20"/>
          <p:cNvGraphicFramePr>
            <a:graphicFrameLocks noChangeAspect="1"/>
          </p:cNvGraphicFramePr>
          <p:nvPr/>
        </p:nvGraphicFramePr>
        <p:xfrm>
          <a:off x="6392863" y="260350"/>
          <a:ext cx="3205162" cy="552450"/>
        </p:xfrm>
        <a:graphic>
          <a:graphicData uri="http://schemas.openxmlformats.org/presentationml/2006/ole">
            <mc:AlternateContent xmlns:mc="http://schemas.openxmlformats.org/markup-compatibility/2006">
              <mc:Choice xmlns:v="urn:schemas-microsoft-com:vml" Requires="v">
                <p:oleObj spid="_x0000_s2216" name="CorelDRAW" r:id="rId16" imgW="3912480" imgH="671760" progId="">
                  <p:embed/>
                </p:oleObj>
              </mc:Choice>
              <mc:Fallback>
                <p:oleObj name="CorelDRAW" r:id="rId16" imgW="3912480" imgH="671760" progId="">
                  <p:embed/>
                  <p:pic>
                    <p:nvPicPr>
                      <p:cNvPr id="0" name="Picture 1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92863" y="260350"/>
                        <a:ext cx="3205162" cy="55245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6645" name="Rectangle 21"/>
          <p:cNvSpPr>
            <a:spLocks noChangeArrowheads="1"/>
          </p:cNvSpPr>
          <p:nvPr/>
        </p:nvSpPr>
        <p:spPr bwMode="auto">
          <a:xfrm>
            <a:off x="0" y="9080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26648" name="Rectangle 24"/>
          <p:cNvSpPr>
            <a:spLocks noChangeArrowheads="1"/>
          </p:cNvSpPr>
          <p:nvPr/>
        </p:nvSpPr>
        <p:spPr bwMode="auto">
          <a:xfrm>
            <a:off x="0" y="63817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0" fontAlgn="base" hangingPunct="0">
        <a:lnSpc>
          <a:spcPct val="95000"/>
        </a:lnSpc>
        <a:spcBef>
          <a:spcPct val="0"/>
        </a:spcBef>
        <a:spcAft>
          <a:spcPct val="0"/>
        </a:spcAft>
        <a:defRPr sz="2000" b="1">
          <a:solidFill>
            <a:schemeClr val="bg1"/>
          </a:solidFill>
          <a:latin typeface="+mj-lt"/>
          <a:ea typeface="+mj-ea"/>
          <a:cs typeface="+mj-cs"/>
        </a:defRPr>
      </a:lvl1pPr>
      <a:lvl2pPr algn="l" rtl="0" eaLnBrk="0" fontAlgn="base" hangingPunct="0">
        <a:lnSpc>
          <a:spcPct val="95000"/>
        </a:lnSpc>
        <a:spcBef>
          <a:spcPct val="0"/>
        </a:spcBef>
        <a:spcAft>
          <a:spcPct val="0"/>
        </a:spcAft>
        <a:defRPr sz="2000" b="1">
          <a:solidFill>
            <a:schemeClr val="bg1"/>
          </a:solidFill>
          <a:latin typeface="Myriad Pro" pitchFamily="34" charset="0"/>
        </a:defRPr>
      </a:lvl2pPr>
      <a:lvl3pPr algn="l" rtl="0" eaLnBrk="0" fontAlgn="base" hangingPunct="0">
        <a:lnSpc>
          <a:spcPct val="95000"/>
        </a:lnSpc>
        <a:spcBef>
          <a:spcPct val="0"/>
        </a:spcBef>
        <a:spcAft>
          <a:spcPct val="0"/>
        </a:spcAft>
        <a:defRPr sz="2000" b="1">
          <a:solidFill>
            <a:schemeClr val="bg1"/>
          </a:solidFill>
          <a:latin typeface="Myriad Pro" pitchFamily="34" charset="0"/>
        </a:defRPr>
      </a:lvl3pPr>
      <a:lvl4pPr algn="l" rtl="0" eaLnBrk="0" fontAlgn="base" hangingPunct="0">
        <a:lnSpc>
          <a:spcPct val="95000"/>
        </a:lnSpc>
        <a:spcBef>
          <a:spcPct val="0"/>
        </a:spcBef>
        <a:spcAft>
          <a:spcPct val="0"/>
        </a:spcAft>
        <a:defRPr sz="2000" b="1">
          <a:solidFill>
            <a:schemeClr val="bg1"/>
          </a:solidFill>
          <a:latin typeface="Myriad Pro" pitchFamily="34" charset="0"/>
        </a:defRPr>
      </a:lvl4pPr>
      <a:lvl5pPr algn="l" rtl="0" eaLnBrk="0" fontAlgn="base" hangingPunct="0">
        <a:lnSpc>
          <a:spcPct val="95000"/>
        </a:lnSpc>
        <a:spcBef>
          <a:spcPct val="0"/>
        </a:spcBef>
        <a:spcAft>
          <a:spcPct val="0"/>
        </a:spcAft>
        <a:defRPr sz="2000" b="1">
          <a:solidFill>
            <a:schemeClr val="bg1"/>
          </a:solidFill>
          <a:latin typeface="Myriad Pro" pitchFamily="34" charset="0"/>
        </a:defRPr>
      </a:lvl5pPr>
      <a:lvl6pPr marL="457200" algn="l" rtl="0" fontAlgn="base">
        <a:lnSpc>
          <a:spcPct val="95000"/>
        </a:lnSpc>
        <a:spcBef>
          <a:spcPct val="0"/>
        </a:spcBef>
        <a:spcAft>
          <a:spcPct val="0"/>
        </a:spcAft>
        <a:defRPr sz="2000" b="1">
          <a:solidFill>
            <a:schemeClr val="bg1"/>
          </a:solidFill>
          <a:latin typeface="Myriad Pro" pitchFamily="34" charset="0"/>
        </a:defRPr>
      </a:lvl6pPr>
      <a:lvl7pPr marL="914400" algn="l" rtl="0" fontAlgn="base">
        <a:lnSpc>
          <a:spcPct val="95000"/>
        </a:lnSpc>
        <a:spcBef>
          <a:spcPct val="0"/>
        </a:spcBef>
        <a:spcAft>
          <a:spcPct val="0"/>
        </a:spcAft>
        <a:defRPr sz="2000" b="1">
          <a:solidFill>
            <a:schemeClr val="bg1"/>
          </a:solidFill>
          <a:latin typeface="Myriad Pro" pitchFamily="34" charset="0"/>
        </a:defRPr>
      </a:lvl7pPr>
      <a:lvl8pPr marL="1371600" algn="l" rtl="0" fontAlgn="base">
        <a:lnSpc>
          <a:spcPct val="95000"/>
        </a:lnSpc>
        <a:spcBef>
          <a:spcPct val="0"/>
        </a:spcBef>
        <a:spcAft>
          <a:spcPct val="0"/>
        </a:spcAft>
        <a:defRPr sz="2000" b="1">
          <a:solidFill>
            <a:schemeClr val="bg1"/>
          </a:solidFill>
          <a:latin typeface="Myriad Pro" pitchFamily="34" charset="0"/>
        </a:defRPr>
      </a:lvl8pPr>
      <a:lvl9pPr marL="1828800" algn="l" rtl="0" fontAlgn="base">
        <a:lnSpc>
          <a:spcPct val="95000"/>
        </a:lnSpc>
        <a:spcBef>
          <a:spcPct val="0"/>
        </a:spcBef>
        <a:spcAft>
          <a:spcPct val="0"/>
        </a:spcAft>
        <a:defRPr sz="2000" b="1">
          <a:solidFill>
            <a:schemeClr val="bg1"/>
          </a:solidFill>
          <a:latin typeface="Myriad Pro" pitchFamily="34" charset="0"/>
        </a:defRPr>
      </a:lvl9pPr>
    </p:titleStyle>
    <p:bodyStyle>
      <a:lvl1pPr marL="342900" indent="-342900" algn="l" rtl="0" eaLnBrk="0" fontAlgn="base" hangingPunct="0">
        <a:spcBef>
          <a:spcPct val="20000"/>
        </a:spcBef>
        <a:spcAft>
          <a:spcPct val="0"/>
        </a:spcAft>
        <a:defRPr sz="2000" b="1">
          <a:solidFill>
            <a:srgbClr val="002395"/>
          </a:solidFill>
          <a:latin typeface="+mn-lt"/>
          <a:ea typeface="+mn-ea"/>
          <a:cs typeface="+mn-cs"/>
        </a:defRPr>
      </a:lvl1pPr>
      <a:lvl2pPr marL="179388" indent="277813" algn="l" rtl="0" eaLnBrk="0" fontAlgn="base" hangingPunct="0">
        <a:spcBef>
          <a:spcPct val="20000"/>
        </a:spcBef>
        <a:spcAft>
          <a:spcPct val="0"/>
        </a:spcAft>
        <a:defRPr sz="1600">
          <a:solidFill>
            <a:schemeClr val="tx1"/>
          </a:solidFill>
          <a:latin typeface="+mn-lt"/>
        </a:defRPr>
      </a:lvl2pPr>
      <a:lvl3pPr marL="533400" indent="-174625" algn="l" rtl="0" eaLnBrk="0" fontAlgn="base" hangingPunct="0">
        <a:spcBef>
          <a:spcPct val="20000"/>
        </a:spcBef>
        <a:spcAft>
          <a:spcPct val="0"/>
        </a:spcAft>
        <a:buClr>
          <a:srgbClr val="DA5800"/>
        </a:buClr>
        <a:buFont typeface="Wingdings" pitchFamily="2" charset="2"/>
        <a:buChar char="§"/>
        <a:defRPr sz="1600">
          <a:solidFill>
            <a:schemeClr val="tx1"/>
          </a:solidFill>
          <a:latin typeface="+mn-lt"/>
        </a:defRPr>
      </a:lvl3pPr>
      <a:lvl4pPr marL="901700" indent="-188913" algn="l" rtl="0" eaLnBrk="0" fontAlgn="base" hangingPunct="0">
        <a:spcBef>
          <a:spcPct val="20000"/>
        </a:spcBef>
        <a:spcAft>
          <a:spcPct val="0"/>
        </a:spcAft>
        <a:buClr>
          <a:srgbClr val="002395"/>
        </a:buClr>
        <a:buFont typeface="Wingdings" pitchFamily="2" charset="2"/>
        <a:buChar char="§"/>
        <a:defRPr sz="1400">
          <a:solidFill>
            <a:schemeClr val="tx1"/>
          </a:solidFill>
          <a:latin typeface="+mn-lt"/>
        </a:defRPr>
      </a:lvl4pPr>
      <a:lvl5pPr marL="2109788" indent="-228600" algn="l" rtl="0" eaLnBrk="0" fontAlgn="base" hangingPunct="0">
        <a:spcBef>
          <a:spcPct val="20000"/>
        </a:spcBef>
        <a:spcAft>
          <a:spcPct val="0"/>
        </a:spcAft>
        <a:buChar char="»"/>
        <a:defRPr sz="2000">
          <a:solidFill>
            <a:schemeClr val="tx1"/>
          </a:solidFill>
          <a:latin typeface="+mn-lt"/>
        </a:defRPr>
      </a:lvl5pPr>
      <a:lvl6pPr marL="2566988" indent="-228600" algn="l" rtl="0" fontAlgn="base">
        <a:spcBef>
          <a:spcPct val="20000"/>
        </a:spcBef>
        <a:spcAft>
          <a:spcPct val="0"/>
        </a:spcAft>
        <a:buChar char="»"/>
        <a:defRPr sz="2000">
          <a:solidFill>
            <a:schemeClr val="tx1"/>
          </a:solidFill>
          <a:latin typeface="+mn-lt"/>
        </a:defRPr>
      </a:lvl6pPr>
      <a:lvl7pPr marL="3024188" indent="-228600" algn="l" rtl="0" fontAlgn="base">
        <a:spcBef>
          <a:spcPct val="20000"/>
        </a:spcBef>
        <a:spcAft>
          <a:spcPct val="0"/>
        </a:spcAft>
        <a:buChar char="»"/>
        <a:defRPr sz="2000">
          <a:solidFill>
            <a:schemeClr val="tx1"/>
          </a:solidFill>
          <a:latin typeface="+mn-lt"/>
        </a:defRPr>
      </a:lvl7pPr>
      <a:lvl8pPr marL="3481388" indent="-228600" algn="l" rtl="0" fontAlgn="base">
        <a:spcBef>
          <a:spcPct val="20000"/>
        </a:spcBef>
        <a:spcAft>
          <a:spcPct val="0"/>
        </a:spcAft>
        <a:buChar char="»"/>
        <a:defRPr sz="2000">
          <a:solidFill>
            <a:schemeClr val="tx1"/>
          </a:solidFill>
          <a:latin typeface="+mn-lt"/>
        </a:defRPr>
      </a:lvl8pPr>
      <a:lvl9pPr marL="3938588"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9.jpe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0"/>
            <a:ext cx="9906000" cy="4286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75" name="Rectangle 2"/>
          <p:cNvSpPr>
            <a:spLocks noGrp="1" noChangeArrowheads="1"/>
          </p:cNvSpPr>
          <p:nvPr>
            <p:ph type="title"/>
          </p:nvPr>
        </p:nvSpPr>
        <p:spPr>
          <a:xfrm>
            <a:off x="0" y="2420888"/>
            <a:ext cx="9906000" cy="1440159"/>
          </a:xfrm>
          <a:solidFill>
            <a:srgbClr val="002395"/>
          </a:solidFill>
        </p:spPr>
        <p:txBody>
          <a:bodyPr/>
          <a:lstStyle/>
          <a:p>
            <a:pPr algn="l" eaLnBrk="1" hangingPunct="1">
              <a:lnSpc>
                <a:spcPct val="100000"/>
              </a:lnSpc>
              <a:spcBef>
                <a:spcPts val="1200"/>
              </a:spcBef>
              <a:spcAft>
                <a:spcPts val="1800"/>
              </a:spcAft>
            </a:pPr>
            <a:r>
              <a:rPr lang="en-US" sz="3200" b="1" dirty="0"/>
              <a:t>Kirill</a:t>
            </a:r>
            <a:br>
              <a:rPr lang="en-US" sz="3200" b="1" dirty="0"/>
            </a:br>
            <a:r>
              <a:rPr lang="en-US" sz="3200" b="1" dirty="0" err="1"/>
              <a:t>Rodion</a:t>
            </a:r>
            <a:endParaRPr lang="ru-RU" sz="3200" b="1" dirty="0"/>
          </a:p>
        </p:txBody>
      </p:sp>
      <p:pic>
        <p:nvPicPr>
          <p:cNvPr id="7" name="Picture 2"/>
          <p:cNvPicPr>
            <a:picLocks noChangeAspect="1" noChangeArrowheads="1"/>
          </p:cNvPicPr>
          <p:nvPr/>
        </p:nvPicPr>
        <p:blipFill>
          <a:blip r:embed="rId3" cstate="print"/>
          <a:srcRect/>
          <a:stretch>
            <a:fillRect/>
          </a:stretch>
        </p:blipFill>
        <p:spPr bwMode="auto">
          <a:xfrm>
            <a:off x="0" y="3861048"/>
            <a:ext cx="9906000" cy="2571745"/>
          </a:xfrm>
          <a:prstGeom prst="rect">
            <a:avLst/>
          </a:prstGeom>
          <a:noFill/>
          <a:ln w="9525">
            <a:noFill/>
            <a:miter lim="800000"/>
            <a:headEnd/>
            <a:tailEnd/>
          </a:ln>
        </p:spPr>
      </p:pic>
      <p:pic>
        <p:nvPicPr>
          <p:cNvPr id="3074" name="Picture 2" descr="Корпоративный стиль, логотип, руководство по использованию фирменного стиля">
            <a:extLst>
              <a:ext uri="{FF2B5EF4-FFF2-40B4-BE49-F238E27FC236}">
                <a16:creationId xmlns:a16="http://schemas.microsoft.com/office/drawing/2014/main" id="{73EC1330-AC77-44DF-9997-9A1A525253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1232" y="-641425"/>
            <a:ext cx="3005335" cy="2133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815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HISTORY</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76" name="Прямоугольник 189"/>
          <p:cNvSpPr>
            <a:spLocks noChangeArrowheads="1"/>
          </p:cNvSpPr>
          <p:nvPr/>
        </p:nvSpPr>
        <p:spPr bwMode="auto">
          <a:xfrm>
            <a:off x="-15551" y="1304219"/>
            <a:ext cx="6336704" cy="489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en-US" sz="1400" dirty="0" err="1">
                <a:solidFill>
                  <a:srgbClr val="002394"/>
                </a:solidFill>
                <a:latin typeface="Tahoma" panose="020B0604030504040204" pitchFamily="34" charset="0"/>
                <a:ea typeface="Tahoma" panose="020B0604030504040204" pitchFamily="34" charset="0"/>
                <a:cs typeface="Tahoma" panose="020B0604030504040204" pitchFamily="34" charset="0"/>
              </a:rPr>
              <a:t>Promsvyazbank</a:t>
            </a: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 is one of the biggest banks in Russia. It was founded in 1995.</a:t>
            </a: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Initially, he specialized in servicing enterprises in the field of IT and communications</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Since the mid-2000s, he began active development as a universal credit institution, becoming one of the top 20 largest banks in Russia.</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2010-2015: A period of active expansion through the acquisition of other banks</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In December 2017, the Central Bank initiated the bank's reorganization. By May 2018, 100% of the shares had become the property of the Russian Federation in the person of the Federal Property Management Agency</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2019: The Bank officially became the main bank for servicing the state defense order and enterprises of the military-industrial complex</a:t>
            </a:r>
          </a:p>
          <a:p>
            <a:pPr defTabSz="533400" eaLnBrk="1" hangingPunct="1">
              <a:lnSpc>
                <a:spcPct val="150000"/>
              </a:lnSpc>
              <a:spcAft>
                <a:spcPts val="0"/>
              </a:spcAft>
              <a:buClr>
                <a:srgbClr val="8E8E8E"/>
              </a:buClr>
              <a:buFont typeface="Wingdings" pitchFamily="2" charset="2"/>
              <a:buBlip>
                <a:blip r:embed="rId3"/>
              </a:buBlip>
            </a:pP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On April 2025, the bank changed its official name to PJSC Bank PSB and completed the relocation of its head office from Moscow to Yaroslavl.</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endParaRPr lang="ru-RU" alt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098" name="Picture 2" descr="Промсвязьбанк - банк для малого и среднего бизнеса - Медиапроект «Достояние  Республики» - патриотический проект">
            <a:extLst>
              <a:ext uri="{FF2B5EF4-FFF2-40B4-BE49-F238E27FC236}">
                <a16:creationId xmlns:a16="http://schemas.microsoft.com/office/drawing/2014/main" id="{3B76F532-D793-4D6A-BDC1-0263E6E88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3200" y="1674501"/>
            <a:ext cx="2814076" cy="3508995"/>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B8440D89-CFC1-4F22-80B9-851724354378}"/>
              </a:ext>
            </a:extLst>
          </p:cNvPr>
          <p:cNvPicPr>
            <a:picLocks noChangeAspect="1"/>
          </p:cNvPicPr>
          <p:nvPr/>
        </p:nvPicPr>
        <p:blipFill>
          <a:blip r:embed="rId5"/>
          <a:stretch>
            <a:fillRect/>
          </a:stretch>
        </p:blipFill>
        <p:spPr>
          <a:xfrm>
            <a:off x="7041232" y="216915"/>
            <a:ext cx="2526044" cy="586933"/>
          </a:xfrm>
          <a:prstGeom prst="rect">
            <a:avLst/>
          </a:prstGeom>
        </p:spPr>
      </p:pic>
      <p:pic>
        <p:nvPicPr>
          <p:cNvPr id="5" name="Рисунок 4">
            <a:extLst>
              <a:ext uri="{FF2B5EF4-FFF2-40B4-BE49-F238E27FC236}">
                <a16:creationId xmlns:a16="http://schemas.microsoft.com/office/drawing/2014/main" id="{526AA51E-CAC9-4CD8-8AFC-95C480191C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Tree>
    <p:extLst>
      <p:ext uri="{BB962C8B-B14F-4D97-AF65-F5344CB8AC3E}">
        <p14:creationId xmlns:p14="http://schemas.microsoft.com/office/powerpoint/2010/main" val="283903527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TODAY</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76" name="Прямоугольник 189"/>
          <p:cNvSpPr>
            <a:spLocks noChangeArrowheads="1"/>
          </p:cNvSpPr>
          <p:nvPr/>
        </p:nvSpPr>
        <p:spPr bwMode="auto">
          <a:xfrm>
            <a:off x="-15552" y="1117798"/>
            <a:ext cx="9632950" cy="246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en-US" sz="1500" dirty="0">
                <a:solidFill>
                  <a:srgbClr val="002394"/>
                </a:solidFill>
                <a:latin typeface="Tahoma" panose="020B0604030504040204" pitchFamily="34" charset="0"/>
                <a:ea typeface="Tahoma" panose="020B0604030504040204" pitchFamily="34" charset="0"/>
                <a:cs typeface="Tahoma" panose="020B0604030504040204" pitchFamily="34" charset="0"/>
              </a:rPr>
              <a:t>A universal bank with state participation, whose history spans more than 20 years</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A systemically important financial institution </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TOP 10 largest banks in Russia </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62 regions of presence;</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57 offices in Moscow and the Moscow region</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250,000 clients-legal entities</a:t>
            </a:r>
          </a:p>
          <a:p>
            <a:pPr defTabSz="533400" eaLnBrk="1" hangingPunct="1">
              <a:lnSpc>
                <a:spcPct val="150000"/>
              </a:lnSpc>
              <a:spcAft>
                <a:spcPts val="0"/>
              </a:spcAft>
              <a:buClr>
                <a:srgbClr val="8E8E8E"/>
              </a:buClr>
              <a:buFont typeface="Wingdings" pitchFamily="2" charset="2"/>
              <a:buBlip>
                <a:blip r:embed="rId3"/>
              </a:buBlip>
            </a:pPr>
            <a:r>
              <a:rPr lang="en-US" alt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More than 130,000 open checking accounts</a:t>
            </a:r>
          </a:p>
        </p:txBody>
      </p:sp>
      <p:grpSp>
        <p:nvGrpSpPr>
          <p:cNvPr id="179" name="Группа 178"/>
          <p:cNvGrpSpPr/>
          <p:nvPr/>
        </p:nvGrpSpPr>
        <p:grpSpPr>
          <a:xfrm>
            <a:off x="4232920" y="1951277"/>
            <a:ext cx="5597026" cy="3133907"/>
            <a:chOff x="1665288" y="1031875"/>
            <a:chExt cx="7646987" cy="3856038"/>
          </a:xfrm>
        </p:grpSpPr>
        <p:sp>
          <p:nvSpPr>
            <p:cNvPr id="182" name="Rectangle 4"/>
            <p:cNvSpPr>
              <a:spLocks noChangeArrowheads="1"/>
            </p:cNvSpPr>
            <p:nvPr/>
          </p:nvSpPr>
          <p:spPr bwMode="auto">
            <a:xfrm>
              <a:off x="5503863" y="1031875"/>
              <a:ext cx="4762" cy="3175"/>
            </a:xfrm>
            <a:prstGeom prst="rect">
              <a:avLst/>
            </a:prstGeom>
            <a:solidFill>
              <a:srgbClr val="62871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latin typeface="Tahoma" panose="020B0604030504040204" pitchFamily="34" charset="0"/>
                <a:ea typeface="Tahoma" panose="020B0604030504040204" pitchFamily="34" charset="0"/>
                <a:cs typeface="Tahoma" panose="020B0604030504040204" pitchFamily="34" charset="0"/>
              </a:endParaRPr>
            </a:p>
          </p:txBody>
        </p:sp>
        <p:sp>
          <p:nvSpPr>
            <p:cNvPr id="183" name="Freeform 5"/>
            <p:cNvSpPr>
              <a:spLocks noChangeAspect="1"/>
            </p:cNvSpPr>
            <p:nvPr/>
          </p:nvSpPr>
          <p:spPr bwMode="auto">
            <a:xfrm>
              <a:off x="8305800" y="3979863"/>
              <a:ext cx="333375" cy="719137"/>
            </a:xfrm>
            <a:custGeom>
              <a:avLst/>
              <a:gdLst>
                <a:gd name="T0" fmla="*/ 2147483647 w 839"/>
                <a:gd name="T1" fmla="*/ 2147483647 h 2046"/>
                <a:gd name="T2" fmla="*/ 2147483647 w 839"/>
                <a:gd name="T3" fmla="*/ 2147483647 h 2046"/>
                <a:gd name="T4" fmla="*/ 2147483647 w 839"/>
                <a:gd name="T5" fmla="*/ 2147483647 h 2046"/>
                <a:gd name="T6" fmla="*/ 2147483647 w 839"/>
                <a:gd name="T7" fmla="*/ 2147483647 h 2046"/>
                <a:gd name="T8" fmla="*/ 2147483647 w 839"/>
                <a:gd name="T9" fmla="*/ 2147483647 h 2046"/>
                <a:gd name="T10" fmla="*/ 2147483647 w 839"/>
                <a:gd name="T11" fmla="*/ 2147483647 h 2046"/>
                <a:gd name="T12" fmla="*/ 2147483647 w 839"/>
                <a:gd name="T13" fmla="*/ 2147483647 h 2046"/>
                <a:gd name="T14" fmla="*/ 2147483647 w 839"/>
                <a:gd name="T15" fmla="*/ 2147483647 h 2046"/>
                <a:gd name="T16" fmla="*/ 2147483647 w 839"/>
                <a:gd name="T17" fmla="*/ 2147483647 h 2046"/>
                <a:gd name="T18" fmla="*/ 2147483647 w 839"/>
                <a:gd name="T19" fmla="*/ 2147483647 h 2046"/>
                <a:gd name="T20" fmla="*/ 2147483647 w 839"/>
                <a:gd name="T21" fmla="*/ 0 h 2046"/>
                <a:gd name="T22" fmla="*/ 2147483647 w 839"/>
                <a:gd name="T23" fmla="*/ 2147483647 h 2046"/>
                <a:gd name="T24" fmla="*/ 2147483647 w 839"/>
                <a:gd name="T25" fmla="*/ 2147483647 h 2046"/>
                <a:gd name="T26" fmla="*/ 2147483647 w 839"/>
                <a:gd name="T27" fmla="*/ 2147483647 h 2046"/>
                <a:gd name="T28" fmla="*/ 2147483647 w 839"/>
                <a:gd name="T29" fmla="*/ 2147483647 h 2046"/>
                <a:gd name="T30" fmla="*/ 2147483647 w 839"/>
                <a:gd name="T31" fmla="*/ 2147483647 h 2046"/>
                <a:gd name="T32" fmla="*/ 2147483647 w 839"/>
                <a:gd name="T33" fmla="*/ 2147483647 h 2046"/>
                <a:gd name="T34" fmla="*/ 2147483647 w 839"/>
                <a:gd name="T35" fmla="*/ 2147483647 h 2046"/>
                <a:gd name="T36" fmla="*/ 2147483647 w 839"/>
                <a:gd name="T37" fmla="*/ 2147483647 h 2046"/>
                <a:gd name="T38" fmla="*/ 2147483647 w 839"/>
                <a:gd name="T39" fmla="*/ 2147483647 h 2046"/>
                <a:gd name="T40" fmla="*/ 2147483647 w 839"/>
                <a:gd name="T41" fmla="*/ 2147483647 h 2046"/>
                <a:gd name="T42" fmla="*/ 2147483647 w 839"/>
                <a:gd name="T43" fmla="*/ 2147483647 h 2046"/>
                <a:gd name="T44" fmla="*/ 2147483647 w 839"/>
                <a:gd name="T45" fmla="*/ 2147483647 h 2046"/>
                <a:gd name="T46" fmla="*/ 0 w 839"/>
                <a:gd name="T47" fmla="*/ 2147483647 h 2046"/>
                <a:gd name="T48" fmla="*/ 2147483647 w 839"/>
                <a:gd name="T49" fmla="*/ 2147483647 h 2046"/>
                <a:gd name="T50" fmla="*/ 2147483647 w 839"/>
                <a:gd name="T51" fmla="*/ 2147483647 h 2046"/>
                <a:gd name="T52" fmla="*/ 2147483647 w 839"/>
                <a:gd name="T53" fmla="*/ 2147483647 h 2046"/>
                <a:gd name="T54" fmla="*/ 2147483647 w 839"/>
                <a:gd name="T55" fmla="*/ 2147483647 h 20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39"/>
                <a:gd name="T85" fmla="*/ 0 h 2046"/>
                <a:gd name="T86" fmla="*/ 839 w 839"/>
                <a:gd name="T87" fmla="*/ 2046 h 20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39" h="2046">
                  <a:moveTo>
                    <a:pt x="106" y="794"/>
                  </a:moveTo>
                  <a:lnTo>
                    <a:pt x="201" y="791"/>
                  </a:lnTo>
                  <a:lnTo>
                    <a:pt x="184" y="640"/>
                  </a:lnTo>
                  <a:lnTo>
                    <a:pt x="313" y="623"/>
                  </a:lnTo>
                  <a:lnTo>
                    <a:pt x="523" y="500"/>
                  </a:lnTo>
                  <a:lnTo>
                    <a:pt x="490" y="371"/>
                  </a:lnTo>
                  <a:lnTo>
                    <a:pt x="587" y="290"/>
                  </a:lnTo>
                  <a:lnTo>
                    <a:pt x="581" y="210"/>
                  </a:lnTo>
                  <a:lnTo>
                    <a:pt x="468" y="171"/>
                  </a:lnTo>
                  <a:lnTo>
                    <a:pt x="403" y="91"/>
                  </a:lnTo>
                  <a:lnTo>
                    <a:pt x="523" y="0"/>
                  </a:lnTo>
                  <a:lnTo>
                    <a:pt x="629" y="129"/>
                  </a:lnTo>
                  <a:lnTo>
                    <a:pt x="727" y="139"/>
                  </a:lnTo>
                  <a:lnTo>
                    <a:pt x="807" y="420"/>
                  </a:lnTo>
                  <a:lnTo>
                    <a:pt x="839" y="646"/>
                  </a:lnTo>
                  <a:lnTo>
                    <a:pt x="807" y="903"/>
                  </a:lnTo>
                  <a:lnTo>
                    <a:pt x="807" y="1581"/>
                  </a:lnTo>
                  <a:lnTo>
                    <a:pt x="517" y="1840"/>
                  </a:lnTo>
                  <a:lnTo>
                    <a:pt x="323" y="1774"/>
                  </a:lnTo>
                  <a:lnTo>
                    <a:pt x="339" y="1969"/>
                  </a:lnTo>
                  <a:lnTo>
                    <a:pt x="229" y="2046"/>
                  </a:lnTo>
                  <a:lnTo>
                    <a:pt x="207" y="2026"/>
                  </a:lnTo>
                  <a:lnTo>
                    <a:pt x="226" y="1823"/>
                  </a:lnTo>
                  <a:lnTo>
                    <a:pt x="0" y="1517"/>
                  </a:lnTo>
                  <a:lnTo>
                    <a:pt x="17" y="1356"/>
                  </a:lnTo>
                  <a:lnTo>
                    <a:pt x="193" y="1307"/>
                  </a:lnTo>
                  <a:lnTo>
                    <a:pt x="178" y="984"/>
                  </a:lnTo>
                  <a:lnTo>
                    <a:pt x="106" y="79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4" name="Freeform 6"/>
            <p:cNvSpPr>
              <a:spLocks noChangeAspect="1"/>
            </p:cNvSpPr>
            <p:nvPr/>
          </p:nvSpPr>
          <p:spPr bwMode="auto">
            <a:xfrm>
              <a:off x="7021513" y="3649663"/>
              <a:ext cx="1020762" cy="598487"/>
            </a:xfrm>
            <a:custGeom>
              <a:avLst/>
              <a:gdLst>
                <a:gd name="T0" fmla="*/ 2147483647 w 2559"/>
                <a:gd name="T1" fmla="*/ 2147483647 h 1703"/>
                <a:gd name="T2" fmla="*/ 2147483647 w 2559"/>
                <a:gd name="T3" fmla="*/ 0 h 1703"/>
                <a:gd name="T4" fmla="*/ 2147483647 w 2559"/>
                <a:gd name="T5" fmla="*/ 2147483647 h 1703"/>
                <a:gd name="T6" fmla="*/ 2147483647 w 2559"/>
                <a:gd name="T7" fmla="*/ 2147483647 h 1703"/>
                <a:gd name="T8" fmla="*/ 2147483647 w 2559"/>
                <a:gd name="T9" fmla="*/ 2147483647 h 1703"/>
                <a:gd name="T10" fmla="*/ 2147483647 w 2559"/>
                <a:gd name="T11" fmla="*/ 2147483647 h 1703"/>
                <a:gd name="T12" fmla="*/ 2147483647 w 2559"/>
                <a:gd name="T13" fmla="*/ 2147483647 h 1703"/>
                <a:gd name="T14" fmla="*/ 2147483647 w 2559"/>
                <a:gd name="T15" fmla="*/ 2147483647 h 1703"/>
                <a:gd name="T16" fmla="*/ 2147483647 w 2559"/>
                <a:gd name="T17" fmla="*/ 2147483647 h 1703"/>
                <a:gd name="T18" fmla="*/ 2147483647 w 2559"/>
                <a:gd name="T19" fmla="*/ 2147483647 h 1703"/>
                <a:gd name="T20" fmla="*/ 2147483647 w 2559"/>
                <a:gd name="T21" fmla="*/ 2147483647 h 1703"/>
                <a:gd name="T22" fmla="*/ 2147483647 w 2559"/>
                <a:gd name="T23" fmla="*/ 2147483647 h 1703"/>
                <a:gd name="T24" fmla="*/ 2147483647 w 2559"/>
                <a:gd name="T25" fmla="*/ 2147483647 h 1703"/>
                <a:gd name="T26" fmla="*/ 2147483647 w 2559"/>
                <a:gd name="T27" fmla="*/ 2147483647 h 1703"/>
                <a:gd name="T28" fmla="*/ 2147483647 w 2559"/>
                <a:gd name="T29" fmla="*/ 2147483647 h 1703"/>
                <a:gd name="T30" fmla="*/ 2147483647 w 2559"/>
                <a:gd name="T31" fmla="*/ 2147483647 h 1703"/>
                <a:gd name="T32" fmla="*/ 2147483647 w 2559"/>
                <a:gd name="T33" fmla="*/ 2147483647 h 1703"/>
                <a:gd name="T34" fmla="*/ 2147483647 w 2559"/>
                <a:gd name="T35" fmla="*/ 2147483647 h 1703"/>
                <a:gd name="T36" fmla="*/ 2147483647 w 2559"/>
                <a:gd name="T37" fmla="*/ 2147483647 h 1703"/>
                <a:gd name="T38" fmla="*/ 2147483647 w 2559"/>
                <a:gd name="T39" fmla="*/ 2147483647 h 1703"/>
                <a:gd name="T40" fmla="*/ 2147483647 w 2559"/>
                <a:gd name="T41" fmla="*/ 2147483647 h 1703"/>
                <a:gd name="T42" fmla="*/ 2147483647 w 2559"/>
                <a:gd name="T43" fmla="*/ 2147483647 h 1703"/>
                <a:gd name="T44" fmla="*/ 2147483647 w 2559"/>
                <a:gd name="T45" fmla="*/ 2147483647 h 1703"/>
                <a:gd name="T46" fmla="*/ 2147483647 w 2559"/>
                <a:gd name="T47" fmla="*/ 2147483647 h 1703"/>
                <a:gd name="T48" fmla="*/ 2147483647 w 2559"/>
                <a:gd name="T49" fmla="*/ 2147483647 h 1703"/>
                <a:gd name="T50" fmla="*/ 2147483647 w 2559"/>
                <a:gd name="T51" fmla="*/ 2147483647 h 1703"/>
                <a:gd name="T52" fmla="*/ 2147483647 w 2559"/>
                <a:gd name="T53" fmla="*/ 2147483647 h 1703"/>
                <a:gd name="T54" fmla="*/ 2147483647 w 2559"/>
                <a:gd name="T55" fmla="*/ 2147483647 h 1703"/>
                <a:gd name="T56" fmla="*/ 2147483647 w 2559"/>
                <a:gd name="T57" fmla="*/ 2147483647 h 1703"/>
                <a:gd name="T58" fmla="*/ 2147483647 w 2559"/>
                <a:gd name="T59" fmla="*/ 2147483647 h 1703"/>
                <a:gd name="T60" fmla="*/ 2147483647 w 2559"/>
                <a:gd name="T61" fmla="*/ 2147483647 h 1703"/>
                <a:gd name="T62" fmla="*/ 2147483647 w 2559"/>
                <a:gd name="T63" fmla="*/ 2147483647 h 1703"/>
                <a:gd name="T64" fmla="*/ 2147483647 w 2559"/>
                <a:gd name="T65" fmla="*/ 2147483647 h 1703"/>
                <a:gd name="T66" fmla="*/ 2147483647 w 2559"/>
                <a:gd name="T67" fmla="*/ 2147483647 h 1703"/>
                <a:gd name="T68" fmla="*/ 2147483647 w 2559"/>
                <a:gd name="T69" fmla="*/ 2147483647 h 1703"/>
                <a:gd name="T70" fmla="*/ 2147483647 w 2559"/>
                <a:gd name="T71" fmla="*/ 2147483647 h 1703"/>
                <a:gd name="T72" fmla="*/ 2147483647 w 2559"/>
                <a:gd name="T73" fmla="*/ 2147483647 h 1703"/>
                <a:gd name="T74" fmla="*/ 0 w 2559"/>
                <a:gd name="T75" fmla="*/ 2147483647 h 1703"/>
                <a:gd name="T76" fmla="*/ 2147483647 w 2559"/>
                <a:gd name="T77" fmla="*/ 2147483647 h 1703"/>
                <a:gd name="T78" fmla="*/ 2147483647 w 2559"/>
                <a:gd name="T79" fmla="*/ 2147483647 h 1703"/>
                <a:gd name="T80" fmla="*/ 2147483647 w 2559"/>
                <a:gd name="T81" fmla="*/ 2147483647 h 1703"/>
                <a:gd name="T82" fmla="*/ 2147483647 w 2559"/>
                <a:gd name="T83" fmla="*/ 2147483647 h 1703"/>
                <a:gd name="T84" fmla="*/ 2147483647 w 2559"/>
                <a:gd name="T85" fmla="*/ 2147483647 h 1703"/>
                <a:gd name="T86" fmla="*/ 2147483647 w 2559"/>
                <a:gd name="T87" fmla="*/ 2147483647 h 1703"/>
                <a:gd name="T88" fmla="*/ 2147483647 w 2559"/>
                <a:gd name="T89" fmla="*/ 2147483647 h 1703"/>
                <a:gd name="T90" fmla="*/ 2147483647 w 2559"/>
                <a:gd name="T91" fmla="*/ 2147483647 h 1703"/>
                <a:gd name="T92" fmla="*/ 2147483647 w 2559"/>
                <a:gd name="T93" fmla="*/ 2147483647 h 1703"/>
                <a:gd name="T94" fmla="*/ 2147483647 w 2559"/>
                <a:gd name="T95" fmla="*/ 2147483647 h 1703"/>
                <a:gd name="T96" fmla="*/ 2147483647 w 2559"/>
                <a:gd name="T97" fmla="*/ 2147483647 h 1703"/>
                <a:gd name="T98" fmla="*/ 2147483647 w 2559"/>
                <a:gd name="T99" fmla="*/ 2147483647 h 1703"/>
                <a:gd name="T100" fmla="*/ 2147483647 w 2559"/>
                <a:gd name="T101" fmla="*/ 2147483647 h 1703"/>
                <a:gd name="T102" fmla="*/ 2147483647 w 2559"/>
                <a:gd name="T103" fmla="*/ 2147483647 h 170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559"/>
                <a:gd name="T157" fmla="*/ 0 h 1703"/>
                <a:gd name="T158" fmla="*/ 2559 w 2559"/>
                <a:gd name="T159" fmla="*/ 1703 h 1703"/>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559" h="1703">
                  <a:moveTo>
                    <a:pt x="1584" y="87"/>
                  </a:moveTo>
                  <a:lnTo>
                    <a:pt x="1749" y="0"/>
                  </a:lnTo>
                  <a:lnTo>
                    <a:pt x="1878" y="48"/>
                  </a:lnTo>
                  <a:lnTo>
                    <a:pt x="1781" y="268"/>
                  </a:lnTo>
                  <a:lnTo>
                    <a:pt x="1800" y="365"/>
                  </a:lnTo>
                  <a:lnTo>
                    <a:pt x="1749" y="429"/>
                  </a:lnTo>
                  <a:lnTo>
                    <a:pt x="1807" y="542"/>
                  </a:lnTo>
                  <a:lnTo>
                    <a:pt x="1904" y="484"/>
                  </a:lnTo>
                  <a:lnTo>
                    <a:pt x="2059" y="590"/>
                  </a:lnTo>
                  <a:lnTo>
                    <a:pt x="2188" y="494"/>
                  </a:lnTo>
                  <a:lnTo>
                    <a:pt x="2233" y="323"/>
                  </a:lnTo>
                  <a:lnTo>
                    <a:pt x="2381" y="323"/>
                  </a:lnTo>
                  <a:lnTo>
                    <a:pt x="2388" y="210"/>
                  </a:lnTo>
                  <a:lnTo>
                    <a:pt x="2510" y="348"/>
                  </a:lnTo>
                  <a:lnTo>
                    <a:pt x="2523" y="510"/>
                  </a:lnTo>
                  <a:lnTo>
                    <a:pt x="2372" y="548"/>
                  </a:lnTo>
                  <a:lnTo>
                    <a:pt x="2436" y="662"/>
                  </a:lnTo>
                  <a:lnTo>
                    <a:pt x="2349" y="719"/>
                  </a:lnTo>
                  <a:lnTo>
                    <a:pt x="2349" y="855"/>
                  </a:lnTo>
                  <a:lnTo>
                    <a:pt x="2233" y="946"/>
                  </a:lnTo>
                  <a:lnTo>
                    <a:pt x="2275" y="993"/>
                  </a:lnTo>
                  <a:lnTo>
                    <a:pt x="2275" y="1220"/>
                  </a:lnTo>
                  <a:lnTo>
                    <a:pt x="2468" y="1243"/>
                  </a:lnTo>
                  <a:lnTo>
                    <a:pt x="2559" y="1468"/>
                  </a:lnTo>
                  <a:lnTo>
                    <a:pt x="2500" y="1623"/>
                  </a:lnTo>
                  <a:lnTo>
                    <a:pt x="1968" y="1703"/>
                  </a:lnTo>
                  <a:lnTo>
                    <a:pt x="1210" y="1090"/>
                  </a:lnTo>
                  <a:lnTo>
                    <a:pt x="1001" y="1123"/>
                  </a:lnTo>
                  <a:lnTo>
                    <a:pt x="674" y="1287"/>
                  </a:lnTo>
                  <a:lnTo>
                    <a:pt x="566" y="1139"/>
                  </a:lnTo>
                  <a:lnTo>
                    <a:pt x="555" y="1016"/>
                  </a:lnTo>
                  <a:lnTo>
                    <a:pt x="477" y="904"/>
                  </a:lnTo>
                  <a:lnTo>
                    <a:pt x="468" y="785"/>
                  </a:lnTo>
                  <a:lnTo>
                    <a:pt x="362" y="806"/>
                  </a:lnTo>
                  <a:lnTo>
                    <a:pt x="316" y="704"/>
                  </a:lnTo>
                  <a:lnTo>
                    <a:pt x="155" y="840"/>
                  </a:lnTo>
                  <a:lnTo>
                    <a:pt x="161" y="655"/>
                  </a:lnTo>
                  <a:lnTo>
                    <a:pt x="0" y="671"/>
                  </a:lnTo>
                  <a:lnTo>
                    <a:pt x="4" y="565"/>
                  </a:lnTo>
                  <a:lnTo>
                    <a:pt x="168" y="501"/>
                  </a:lnTo>
                  <a:lnTo>
                    <a:pt x="265" y="565"/>
                  </a:lnTo>
                  <a:lnTo>
                    <a:pt x="349" y="494"/>
                  </a:lnTo>
                  <a:lnTo>
                    <a:pt x="477" y="533"/>
                  </a:lnTo>
                  <a:lnTo>
                    <a:pt x="607" y="468"/>
                  </a:lnTo>
                  <a:lnTo>
                    <a:pt x="749" y="548"/>
                  </a:lnTo>
                  <a:lnTo>
                    <a:pt x="865" y="494"/>
                  </a:lnTo>
                  <a:lnTo>
                    <a:pt x="1001" y="510"/>
                  </a:lnTo>
                  <a:lnTo>
                    <a:pt x="1065" y="446"/>
                  </a:lnTo>
                  <a:lnTo>
                    <a:pt x="1253" y="338"/>
                  </a:lnTo>
                  <a:lnTo>
                    <a:pt x="1362" y="338"/>
                  </a:lnTo>
                  <a:lnTo>
                    <a:pt x="1414" y="187"/>
                  </a:lnTo>
                  <a:lnTo>
                    <a:pt x="1584" y="8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5" name="Freeform 7"/>
            <p:cNvSpPr>
              <a:spLocks noChangeAspect="1"/>
            </p:cNvSpPr>
            <p:nvPr/>
          </p:nvSpPr>
          <p:spPr bwMode="auto">
            <a:xfrm>
              <a:off x="7532688" y="2757488"/>
              <a:ext cx="1073150" cy="1530350"/>
            </a:xfrm>
            <a:custGeom>
              <a:avLst/>
              <a:gdLst>
                <a:gd name="T0" fmla="*/ 2147483647 w 2695"/>
                <a:gd name="T1" fmla="*/ 2147483647 h 4363"/>
                <a:gd name="T2" fmla="*/ 2147483647 w 2695"/>
                <a:gd name="T3" fmla="*/ 2147483647 h 4363"/>
                <a:gd name="T4" fmla="*/ 2147483647 w 2695"/>
                <a:gd name="T5" fmla="*/ 2147483647 h 4363"/>
                <a:gd name="T6" fmla="*/ 2147483647 w 2695"/>
                <a:gd name="T7" fmla="*/ 2147483647 h 4363"/>
                <a:gd name="T8" fmla="*/ 2147483647 w 2695"/>
                <a:gd name="T9" fmla="*/ 2147483647 h 4363"/>
                <a:gd name="T10" fmla="*/ 2147483647 w 2695"/>
                <a:gd name="T11" fmla="*/ 2147483647 h 4363"/>
                <a:gd name="T12" fmla="*/ 2147483647 w 2695"/>
                <a:gd name="T13" fmla="*/ 2147483647 h 4363"/>
                <a:gd name="T14" fmla="*/ 2147483647 w 2695"/>
                <a:gd name="T15" fmla="*/ 2147483647 h 4363"/>
                <a:gd name="T16" fmla="*/ 2147483647 w 2695"/>
                <a:gd name="T17" fmla="*/ 2147483647 h 4363"/>
                <a:gd name="T18" fmla="*/ 2147483647 w 2695"/>
                <a:gd name="T19" fmla="*/ 2147483647 h 4363"/>
                <a:gd name="T20" fmla="*/ 2147483647 w 2695"/>
                <a:gd name="T21" fmla="*/ 2147483647 h 4363"/>
                <a:gd name="T22" fmla="*/ 2147483647 w 2695"/>
                <a:gd name="T23" fmla="*/ 2147483647 h 4363"/>
                <a:gd name="T24" fmla="*/ 2147483647 w 2695"/>
                <a:gd name="T25" fmla="*/ 2147483647 h 4363"/>
                <a:gd name="T26" fmla="*/ 2147483647 w 2695"/>
                <a:gd name="T27" fmla="*/ 2147483647 h 4363"/>
                <a:gd name="T28" fmla="*/ 2147483647 w 2695"/>
                <a:gd name="T29" fmla="*/ 2147483647 h 4363"/>
                <a:gd name="T30" fmla="*/ 2147483647 w 2695"/>
                <a:gd name="T31" fmla="*/ 2147483647 h 4363"/>
                <a:gd name="T32" fmla="*/ 2147483647 w 2695"/>
                <a:gd name="T33" fmla="*/ 2147483647 h 4363"/>
                <a:gd name="T34" fmla="*/ 2147483647 w 2695"/>
                <a:gd name="T35" fmla="*/ 2147483647 h 4363"/>
                <a:gd name="T36" fmla="*/ 2147483647 w 2695"/>
                <a:gd name="T37" fmla="*/ 2147483647 h 4363"/>
                <a:gd name="T38" fmla="*/ 2147483647 w 2695"/>
                <a:gd name="T39" fmla="*/ 2147483647 h 4363"/>
                <a:gd name="T40" fmla="*/ 2147483647 w 2695"/>
                <a:gd name="T41" fmla="*/ 2147483647 h 4363"/>
                <a:gd name="T42" fmla="*/ 2147483647 w 2695"/>
                <a:gd name="T43" fmla="*/ 2147483647 h 4363"/>
                <a:gd name="T44" fmla="*/ 2147483647 w 2695"/>
                <a:gd name="T45" fmla="*/ 2147483647 h 4363"/>
                <a:gd name="T46" fmla="*/ 2147483647 w 2695"/>
                <a:gd name="T47" fmla="*/ 2147483647 h 4363"/>
                <a:gd name="T48" fmla="*/ 2147483647 w 2695"/>
                <a:gd name="T49" fmla="*/ 0 h 4363"/>
                <a:gd name="T50" fmla="*/ 2147483647 w 2695"/>
                <a:gd name="T51" fmla="*/ 2147483647 h 4363"/>
                <a:gd name="T52" fmla="*/ 2147483647 w 2695"/>
                <a:gd name="T53" fmla="*/ 2147483647 h 4363"/>
                <a:gd name="T54" fmla="*/ 2147483647 w 2695"/>
                <a:gd name="T55" fmla="*/ 2147483647 h 4363"/>
                <a:gd name="T56" fmla="*/ 2147483647 w 2695"/>
                <a:gd name="T57" fmla="*/ 2147483647 h 4363"/>
                <a:gd name="T58" fmla="*/ 2147483647 w 2695"/>
                <a:gd name="T59" fmla="*/ 2147483647 h 4363"/>
                <a:gd name="T60" fmla="*/ 2147483647 w 2695"/>
                <a:gd name="T61" fmla="*/ 2147483647 h 4363"/>
                <a:gd name="T62" fmla="*/ 2147483647 w 2695"/>
                <a:gd name="T63" fmla="*/ 2147483647 h 4363"/>
                <a:gd name="T64" fmla="*/ 2147483647 w 2695"/>
                <a:gd name="T65" fmla="*/ 2147483647 h 4363"/>
                <a:gd name="T66" fmla="*/ 2147483647 w 2695"/>
                <a:gd name="T67" fmla="*/ 2147483647 h 4363"/>
                <a:gd name="T68" fmla="*/ 2147483647 w 2695"/>
                <a:gd name="T69" fmla="*/ 2147483647 h 4363"/>
                <a:gd name="T70" fmla="*/ 2147483647 w 2695"/>
                <a:gd name="T71" fmla="*/ 2147483647 h 4363"/>
                <a:gd name="T72" fmla="*/ 2147483647 w 2695"/>
                <a:gd name="T73" fmla="*/ 2147483647 h 4363"/>
                <a:gd name="T74" fmla="*/ 2147483647 w 2695"/>
                <a:gd name="T75" fmla="*/ 2147483647 h 4363"/>
                <a:gd name="T76" fmla="*/ 2147483647 w 2695"/>
                <a:gd name="T77" fmla="*/ 2147483647 h 4363"/>
                <a:gd name="T78" fmla="*/ 2147483647 w 2695"/>
                <a:gd name="T79" fmla="*/ 2147483647 h 4363"/>
                <a:gd name="T80" fmla="*/ 2147483647 w 2695"/>
                <a:gd name="T81" fmla="*/ 2147483647 h 4363"/>
                <a:gd name="T82" fmla="*/ 2147483647 w 2695"/>
                <a:gd name="T83" fmla="*/ 2147483647 h 4363"/>
                <a:gd name="T84" fmla="*/ 2147483647 w 2695"/>
                <a:gd name="T85" fmla="*/ 2147483647 h 4363"/>
                <a:gd name="T86" fmla="*/ 2147483647 w 2695"/>
                <a:gd name="T87" fmla="*/ 2147483647 h 4363"/>
                <a:gd name="T88" fmla="*/ 2147483647 w 2695"/>
                <a:gd name="T89" fmla="*/ 2147483647 h 4363"/>
                <a:gd name="T90" fmla="*/ 2147483647 w 2695"/>
                <a:gd name="T91" fmla="*/ 2147483647 h 436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695"/>
                <a:gd name="T139" fmla="*/ 0 h 4363"/>
                <a:gd name="T140" fmla="*/ 2695 w 2695"/>
                <a:gd name="T141" fmla="*/ 4363 h 436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695" h="4363">
                  <a:moveTo>
                    <a:pt x="1959" y="3983"/>
                  </a:moveTo>
                  <a:lnTo>
                    <a:pt x="1904" y="3905"/>
                  </a:lnTo>
                  <a:lnTo>
                    <a:pt x="1711" y="4066"/>
                  </a:lnTo>
                  <a:lnTo>
                    <a:pt x="1694" y="4195"/>
                  </a:lnTo>
                  <a:lnTo>
                    <a:pt x="1469" y="4363"/>
                  </a:lnTo>
                  <a:lnTo>
                    <a:pt x="1213" y="4166"/>
                  </a:lnTo>
                  <a:lnTo>
                    <a:pt x="1272" y="4011"/>
                  </a:lnTo>
                  <a:lnTo>
                    <a:pt x="1181" y="3786"/>
                  </a:lnTo>
                  <a:lnTo>
                    <a:pt x="988" y="3763"/>
                  </a:lnTo>
                  <a:lnTo>
                    <a:pt x="988" y="3536"/>
                  </a:lnTo>
                  <a:lnTo>
                    <a:pt x="946" y="3489"/>
                  </a:lnTo>
                  <a:lnTo>
                    <a:pt x="1062" y="3398"/>
                  </a:lnTo>
                  <a:lnTo>
                    <a:pt x="1062" y="3262"/>
                  </a:lnTo>
                  <a:lnTo>
                    <a:pt x="1149" y="3205"/>
                  </a:lnTo>
                  <a:lnTo>
                    <a:pt x="1085" y="3091"/>
                  </a:lnTo>
                  <a:lnTo>
                    <a:pt x="1236" y="3053"/>
                  </a:lnTo>
                  <a:lnTo>
                    <a:pt x="1223" y="2891"/>
                  </a:lnTo>
                  <a:lnTo>
                    <a:pt x="1101" y="2753"/>
                  </a:lnTo>
                  <a:lnTo>
                    <a:pt x="1094" y="2866"/>
                  </a:lnTo>
                  <a:lnTo>
                    <a:pt x="946" y="2866"/>
                  </a:lnTo>
                  <a:lnTo>
                    <a:pt x="901" y="3037"/>
                  </a:lnTo>
                  <a:lnTo>
                    <a:pt x="772" y="3133"/>
                  </a:lnTo>
                  <a:lnTo>
                    <a:pt x="617" y="3027"/>
                  </a:lnTo>
                  <a:lnTo>
                    <a:pt x="520" y="3085"/>
                  </a:lnTo>
                  <a:lnTo>
                    <a:pt x="462" y="2972"/>
                  </a:lnTo>
                  <a:lnTo>
                    <a:pt x="513" y="2908"/>
                  </a:lnTo>
                  <a:lnTo>
                    <a:pt x="494" y="2811"/>
                  </a:lnTo>
                  <a:lnTo>
                    <a:pt x="591" y="2591"/>
                  </a:lnTo>
                  <a:lnTo>
                    <a:pt x="462" y="2543"/>
                  </a:lnTo>
                  <a:lnTo>
                    <a:pt x="297" y="2630"/>
                  </a:lnTo>
                  <a:lnTo>
                    <a:pt x="227" y="2485"/>
                  </a:lnTo>
                  <a:lnTo>
                    <a:pt x="259" y="2308"/>
                  </a:lnTo>
                  <a:lnTo>
                    <a:pt x="146" y="2308"/>
                  </a:lnTo>
                  <a:lnTo>
                    <a:pt x="146" y="2130"/>
                  </a:lnTo>
                  <a:lnTo>
                    <a:pt x="32" y="2050"/>
                  </a:lnTo>
                  <a:lnTo>
                    <a:pt x="81" y="1936"/>
                  </a:lnTo>
                  <a:lnTo>
                    <a:pt x="0" y="1647"/>
                  </a:lnTo>
                  <a:lnTo>
                    <a:pt x="275" y="1533"/>
                  </a:lnTo>
                  <a:lnTo>
                    <a:pt x="259" y="1388"/>
                  </a:lnTo>
                  <a:lnTo>
                    <a:pt x="371" y="1388"/>
                  </a:lnTo>
                  <a:lnTo>
                    <a:pt x="485" y="1162"/>
                  </a:lnTo>
                  <a:lnTo>
                    <a:pt x="307" y="839"/>
                  </a:lnTo>
                  <a:lnTo>
                    <a:pt x="356" y="613"/>
                  </a:lnTo>
                  <a:lnTo>
                    <a:pt x="242" y="501"/>
                  </a:lnTo>
                  <a:lnTo>
                    <a:pt x="259" y="339"/>
                  </a:lnTo>
                  <a:lnTo>
                    <a:pt x="420" y="388"/>
                  </a:lnTo>
                  <a:lnTo>
                    <a:pt x="549" y="291"/>
                  </a:lnTo>
                  <a:lnTo>
                    <a:pt x="727" y="242"/>
                  </a:lnTo>
                  <a:lnTo>
                    <a:pt x="704" y="132"/>
                  </a:lnTo>
                  <a:lnTo>
                    <a:pt x="856" y="0"/>
                  </a:lnTo>
                  <a:lnTo>
                    <a:pt x="1065" y="130"/>
                  </a:lnTo>
                  <a:lnTo>
                    <a:pt x="1098" y="388"/>
                  </a:lnTo>
                  <a:lnTo>
                    <a:pt x="1211" y="307"/>
                  </a:lnTo>
                  <a:lnTo>
                    <a:pt x="1388" y="323"/>
                  </a:lnTo>
                  <a:lnTo>
                    <a:pt x="1404" y="433"/>
                  </a:lnTo>
                  <a:lnTo>
                    <a:pt x="1372" y="468"/>
                  </a:lnTo>
                  <a:lnTo>
                    <a:pt x="1355" y="566"/>
                  </a:lnTo>
                  <a:lnTo>
                    <a:pt x="1275" y="566"/>
                  </a:lnTo>
                  <a:lnTo>
                    <a:pt x="1017" y="888"/>
                  </a:lnTo>
                  <a:lnTo>
                    <a:pt x="1017" y="1275"/>
                  </a:lnTo>
                  <a:lnTo>
                    <a:pt x="1081" y="1420"/>
                  </a:lnTo>
                  <a:lnTo>
                    <a:pt x="1017" y="2018"/>
                  </a:lnTo>
                  <a:lnTo>
                    <a:pt x="904" y="2421"/>
                  </a:lnTo>
                  <a:lnTo>
                    <a:pt x="1113" y="2421"/>
                  </a:lnTo>
                  <a:lnTo>
                    <a:pt x="1211" y="2340"/>
                  </a:lnTo>
                  <a:lnTo>
                    <a:pt x="1259" y="2518"/>
                  </a:lnTo>
                  <a:lnTo>
                    <a:pt x="1372" y="2485"/>
                  </a:lnTo>
                  <a:lnTo>
                    <a:pt x="1308" y="2356"/>
                  </a:lnTo>
                  <a:lnTo>
                    <a:pt x="1501" y="2436"/>
                  </a:lnTo>
                  <a:lnTo>
                    <a:pt x="1501" y="2291"/>
                  </a:lnTo>
                  <a:lnTo>
                    <a:pt x="1436" y="2211"/>
                  </a:lnTo>
                  <a:lnTo>
                    <a:pt x="1630" y="2082"/>
                  </a:lnTo>
                  <a:lnTo>
                    <a:pt x="1968" y="2194"/>
                  </a:lnTo>
                  <a:lnTo>
                    <a:pt x="2211" y="2485"/>
                  </a:lnTo>
                  <a:lnTo>
                    <a:pt x="2194" y="2614"/>
                  </a:lnTo>
                  <a:lnTo>
                    <a:pt x="2565" y="3131"/>
                  </a:lnTo>
                  <a:lnTo>
                    <a:pt x="2695" y="3307"/>
                  </a:lnTo>
                  <a:lnTo>
                    <a:pt x="2663" y="3624"/>
                  </a:lnTo>
                  <a:lnTo>
                    <a:pt x="2565" y="3614"/>
                  </a:lnTo>
                  <a:lnTo>
                    <a:pt x="2459" y="3485"/>
                  </a:lnTo>
                  <a:lnTo>
                    <a:pt x="2339" y="3576"/>
                  </a:lnTo>
                  <a:lnTo>
                    <a:pt x="2404" y="3656"/>
                  </a:lnTo>
                  <a:lnTo>
                    <a:pt x="2517" y="3695"/>
                  </a:lnTo>
                  <a:lnTo>
                    <a:pt x="2523" y="3775"/>
                  </a:lnTo>
                  <a:lnTo>
                    <a:pt x="2426" y="3856"/>
                  </a:lnTo>
                  <a:lnTo>
                    <a:pt x="2459" y="3985"/>
                  </a:lnTo>
                  <a:lnTo>
                    <a:pt x="2249" y="4108"/>
                  </a:lnTo>
                  <a:lnTo>
                    <a:pt x="2120" y="4125"/>
                  </a:lnTo>
                  <a:lnTo>
                    <a:pt x="2137" y="4276"/>
                  </a:lnTo>
                  <a:lnTo>
                    <a:pt x="2042" y="4279"/>
                  </a:lnTo>
                  <a:lnTo>
                    <a:pt x="1968" y="4131"/>
                  </a:lnTo>
                  <a:lnTo>
                    <a:pt x="2017" y="4066"/>
                  </a:lnTo>
                  <a:lnTo>
                    <a:pt x="1959" y="398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6" name="Freeform 8"/>
            <p:cNvSpPr>
              <a:spLocks noChangeAspect="1"/>
            </p:cNvSpPr>
            <p:nvPr/>
          </p:nvSpPr>
          <p:spPr bwMode="auto">
            <a:xfrm>
              <a:off x="8042275" y="4102100"/>
              <a:ext cx="279400" cy="63500"/>
            </a:xfrm>
            <a:custGeom>
              <a:avLst/>
              <a:gdLst>
                <a:gd name="T0" fmla="*/ 2147483647 w 704"/>
                <a:gd name="T1" fmla="*/ 2147483647 h 177"/>
                <a:gd name="T2" fmla="*/ 2147483647 w 704"/>
                <a:gd name="T3" fmla="*/ 2147483647 h 177"/>
                <a:gd name="T4" fmla="*/ 2147483647 w 704"/>
                <a:gd name="T5" fmla="*/ 0 h 177"/>
                <a:gd name="T6" fmla="*/ 2147483647 w 704"/>
                <a:gd name="T7" fmla="*/ 0 h 177"/>
                <a:gd name="T8" fmla="*/ 2147483647 w 704"/>
                <a:gd name="T9" fmla="*/ 2147483647 h 177"/>
                <a:gd name="T10" fmla="*/ 2147483647 w 704"/>
                <a:gd name="T11" fmla="*/ 2147483647 h 177"/>
                <a:gd name="T12" fmla="*/ 2147483647 w 704"/>
                <a:gd name="T13" fmla="*/ 2147483647 h 177"/>
                <a:gd name="T14" fmla="*/ 0 w 704"/>
                <a:gd name="T15" fmla="*/ 2147483647 h 177"/>
                <a:gd name="T16" fmla="*/ 2147483647 w 704"/>
                <a:gd name="T17" fmla="*/ 2147483647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4"/>
                <a:gd name="T28" fmla="*/ 0 h 177"/>
                <a:gd name="T29" fmla="*/ 704 w 704"/>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4" h="177">
                  <a:moveTo>
                    <a:pt x="687" y="149"/>
                  </a:moveTo>
                  <a:lnTo>
                    <a:pt x="704" y="103"/>
                  </a:lnTo>
                  <a:lnTo>
                    <a:pt x="655" y="0"/>
                  </a:lnTo>
                  <a:lnTo>
                    <a:pt x="568" y="0"/>
                  </a:lnTo>
                  <a:lnTo>
                    <a:pt x="445" y="54"/>
                  </a:lnTo>
                  <a:lnTo>
                    <a:pt x="284" y="7"/>
                  </a:lnTo>
                  <a:lnTo>
                    <a:pt x="148" y="64"/>
                  </a:lnTo>
                  <a:lnTo>
                    <a:pt x="0" y="177"/>
                  </a:lnTo>
                  <a:lnTo>
                    <a:pt x="687" y="149"/>
                  </a:lnTo>
                  <a:close/>
                </a:path>
              </a:pathLst>
            </a:custGeom>
            <a:solidFill>
              <a:srgbClr val="628711"/>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7" name="Freeform 9"/>
            <p:cNvSpPr>
              <a:spLocks noChangeAspect="1"/>
            </p:cNvSpPr>
            <p:nvPr/>
          </p:nvSpPr>
          <p:spPr bwMode="auto">
            <a:xfrm>
              <a:off x="6534150" y="3763963"/>
              <a:ext cx="755650" cy="965200"/>
            </a:xfrm>
            <a:custGeom>
              <a:avLst/>
              <a:gdLst>
                <a:gd name="T0" fmla="*/ 0 w 1897"/>
                <a:gd name="T1" fmla="*/ 2147483647 h 2752"/>
                <a:gd name="T2" fmla="*/ 2147483647 w 1897"/>
                <a:gd name="T3" fmla="*/ 2147483647 h 2752"/>
                <a:gd name="T4" fmla="*/ 2147483647 w 1897"/>
                <a:gd name="T5" fmla="*/ 2147483647 h 2752"/>
                <a:gd name="T6" fmla="*/ 2147483647 w 1897"/>
                <a:gd name="T7" fmla="*/ 2147483647 h 2752"/>
                <a:gd name="T8" fmla="*/ 2147483647 w 1897"/>
                <a:gd name="T9" fmla="*/ 2147483647 h 2752"/>
                <a:gd name="T10" fmla="*/ 2147483647 w 1897"/>
                <a:gd name="T11" fmla="*/ 2147483647 h 2752"/>
                <a:gd name="T12" fmla="*/ 2147483647 w 1897"/>
                <a:gd name="T13" fmla="*/ 2147483647 h 2752"/>
                <a:gd name="T14" fmla="*/ 2147483647 w 1897"/>
                <a:gd name="T15" fmla="*/ 2147483647 h 2752"/>
                <a:gd name="T16" fmla="*/ 2147483647 w 1897"/>
                <a:gd name="T17" fmla="*/ 2147483647 h 2752"/>
                <a:gd name="T18" fmla="*/ 2147483647 w 1897"/>
                <a:gd name="T19" fmla="*/ 2147483647 h 2752"/>
                <a:gd name="T20" fmla="*/ 2147483647 w 1897"/>
                <a:gd name="T21" fmla="*/ 2147483647 h 2752"/>
                <a:gd name="T22" fmla="*/ 2147483647 w 1897"/>
                <a:gd name="T23" fmla="*/ 2147483647 h 2752"/>
                <a:gd name="T24" fmla="*/ 2147483647 w 1897"/>
                <a:gd name="T25" fmla="*/ 2147483647 h 2752"/>
                <a:gd name="T26" fmla="*/ 2147483647 w 1897"/>
                <a:gd name="T27" fmla="*/ 2147483647 h 2752"/>
                <a:gd name="T28" fmla="*/ 2147483647 w 1897"/>
                <a:gd name="T29" fmla="*/ 2147483647 h 2752"/>
                <a:gd name="T30" fmla="*/ 2147483647 w 1897"/>
                <a:gd name="T31" fmla="*/ 2147483647 h 2752"/>
                <a:gd name="T32" fmla="*/ 2147483647 w 1897"/>
                <a:gd name="T33" fmla="*/ 2147483647 h 2752"/>
                <a:gd name="T34" fmla="*/ 2147483647 w 1897"/>
                <a:gd name="T35" fmla="*/ 2147483647 h 2752"/>
                <a:gd name="T36" fmla="*/ 2147483647 w 1897"/>
                <a:gd name="T37" fmla="*/ 2147483647 h 2752"/>
                <a:gd name="T38" fmla="*/ 2147483647 w 1897"/>
                <a:gd name="T39" fmla="*/ 2147483647 h 2752"/>
                <a:gd name="T40" fmla="*/ 2147483647 w 1897"/>
                <a:gd name="T41" fmla="*/ 2147483647 h 2752"/>
                <a:gd name="T42" fmla="*/ 2147483647 w 1897"/>
                <a:gd name="T43" fmla="*/ 2147483647 h 2752"/>
                <a:gd name="T44" fmla="*/ 2147483647 w 1897"/>
                <a:gd name="T45" fmla="*/ 2147483647 h 2752"/>
                <a:gd name="T46" fmla="*/ 2147483647 w 1897"/>
                <a:gd name="T47" fmla="*/ 2147483647 h 2752"/>
                <a:gd name="T48" fmla="*/ 2147483647 w 1897"/>
                <a:gd name="T49" fmla="*/ 2147483647 h 2752"/>
                <a:gd name="T50" fmla="*/ 2147483647 w 1897"/>
                <a:gd name="T51" fmla="*/ 2147483647 h 2752"/>
                <a:gd name="T52" fmla="*/ 2147483647 w 1897"/>
                <a:gd name="T53" fmla="*/ 2147483647 h 2752"/>
                <a:gd name="T54" fmla="*/ 2147483647 w 1897"/>
                <a:gd name="T55" fmla="*/ 2147483647 h 2752"/>
                <a:gd name="T56" fmla="*/ 2147483647 w 1897"/>
                <a:gd name="T57" fmla="*/ 0 h 2752"/>
                <a:gd name="T58" fmla="*/ 2147483647 w 1897"/>
                <a:gd name="T59" fmla="*/ 2147483647 h 2752"/>
                <a:gd name="T60" fmla="*/ 2147483647 w 1897"/>
                <a:gd name="T61" fmla="*/ 2147483647 h 2752"/>
                <a:gd name="T62" fmla="*/ 2147483647 w 1897"/>
                <a:gd name="T63" fmla="*/ 2147483647 h 2752"/>
                <a:gd name="T64" fmla="*/ 2147483647 w 1897"/>
                <a:gd name="T65" fmla="*/ 2147483647 h 2752"/>
                <a:gd name="T66" fmla="*/ 2147483647 w 1897"/>
                <a:gd name="T67" fmla="*/ 2147483647 h 2752"/>
                <a:gd name="T68" fmla="*/ 2147483647 w 1897"/>
                <a:gd name="T69" fmla="*/ 2147483647 h 2752"/>
                <a:gd name="T70" fmla="*/ 2147483647 w 1897"/>
                <a:gd name="T71" fmla="*/ 2147483647 h 2752"/>
                <a:gd name="T72" fmla="*/ 2147483647 w 1897"/>
                <a:gd name="T73" fmla="*/ 2147483647 h 2752"/>
                <a:gd name="T74" fmla="*/ 2147483647 w 1897"/>
                <a:gd name="T75" fmla="*/ 2147483647 h 2752"/>
                <a:gd name="T76" fmla="*/ 2147483647 w 1897"/>
                <a:gd name="T77" fmla="*/ 2147483647 h 2752"/>
                <a:gd name="T78" fmla="*/ 2147483647 w 1897"/>
                <a:gd name="T79" fmla="*/ 2147483647 h 2752"/>
                <a:gd name="T80" fmla="*/ 2147483647 w 1897"/>
                <a:gd name="T81" fmla="*/ 2147483647 h 2752"/>
                <a:gd name="T82" fmla="*/ 2147483647 w 1897"/>
                <a:gd name="T83" fmla="*/ 2147483647 h 2752"/>
                <a:gd name="T84" fmla="*/ 2147483647 w 1897"/>
                <a:gd name="T85" fmla="*/ 2147483647 h 2752"/>
                <a:gd name="T86" fmla="*/ 2147483647 w 1897"/>
                <a:gd name="T87" fmla="*/ 2147483647 h 2752"/>
                <a:gd name="T88" fmla="*/ 2147483647 w 1897"/>
                <a:gd name="T89" fmla="*/ 2147483647 h 2752"/>
                <a:gd name="T90" fmla="*/ 2147483647 w 1897"/>
                <a:gd name="T91" fmla="*/ 2147483647 h 2752"/>
                <a:gd name="T92" fmla="*/ 2147483647 w 1897"/>
                <a:gd name="T93" fmla="*/ 2147483647 h 2752"/>
                <a:gd name="T94" fmla="*/ 2147483647 w 1897"/>
                <a:gd name="T95" fmla="*/ 2147483647 h 2752"/>
                <a:gd name="T96" fmla="*/ 2147483647 w 1897"/>
                <a:gd name="T97" fmla="*/ 2147483647 h 2752"/>
                <a:gd name="T98" fmla="*/ 2147483647 w 1897"/>
                <a:gd name="T99" fmla="*/ 2147483647 h 2752"/>
                <a:gd name="T100" fmla="*/ 2147483647 w 1897"/>
                <a:gd name="T101" fmla="*/ 2147483647 h 2752"/>
                <a:gd name="T102" fmla="*/ 2147483647 w 1897"/>
                <a:gd name="T103" fmla="*/ 2147483647 h 2752"/>
                <a:gd name="T104" fmla="*/ 2147483647 w 1897"/>
                <a:gd name="T105" fmla="*/ 2147483647 h 2752"/>
                <a:gd name="T106" fmla="*/ 2147483647 w 1897"/>
                <a:gd name="T107" fmla="*/ 2147483647 h 2752"/>
                <a:gd name="T108" fmla="*/ 2147483647 w 1897"/>
                <a:gd name="T109" fmla="*/ 2147483647 h 2752"/>
                <a:gd name="T110" fmla="*/ 2147483647 w 1897"/>
                <a:gd name="T111" fmla="*/ 2147483647 h 2752"/>
                <a:gd name="T112" fmla="*/ 2147483647 w 1897"/>
                <a:gd name="T113" fmla="*/ 2147483647 h 2752"/>
                <a:gd name="T114" fmla="*/ 0 w 1897"/>
                <a:gd name="T115" fmla="*/ 2147483647 h 275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897"/>
                <a:gd name="T175" fmla="*/ 0 h 2752"/>
                <a:gd name="T176" fmla="*/ 1897 w 1897"/>
                <a:gd name="T177" fmla="*/ 2752 h 275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897" h="2752">
                  <a:moveTo>
                    <a:pt x="0" y="2630"/>
                  </a:moveTo>
                  <a:lnTo>
                    <a:pt x="74" y="2639"/>
                  </a:lnTo>
                  <a:lnTo>
                    <a:pt x="123" y="2752"/>
                  </a:lnTo>
                  <a:lnTo>
                    <a:pt x="687" y="2639"/>
                  </a:lnTo>
                  <a:lnTo>
                    <a:pt x="897" y="2461"/>
                  </a:lnTo>
                  <a:lnTo>
                    <a:pt x="1123" y="2171"/>
                  </a:lnTo>
                  <a:lnTo>
                    <a:pt x="1316" y="2219"/>
                  </a:lnTo>
                  <a:lnTo>
                    <a:pt x="1490" y="2200"/>
                  </a:lnTo>
                  <a:lnTo>
                    <a:pt x="1736" y="2171"/>
                  </a:lnTo>
                  <a:lnTo>
                    <a:pt x="1881" y="1946"/>
                  </a:lnTo>
                  <a:lnTo>
                    <a:pt x="1832" y="1477"/>
                  </a:lnTo>
                  <a:lnTo>
                    <a:pt x="1897" y="1380"/>
                  </a:lnTo>
                  <a:lnTo>
                    <a:pt x="1832" y="1251"/>
                  </a:lnTo>
                  <a:lnTo>
                    <a:pt x="1751" y="1300"/>
                  </a:lnTo>
                  <a:lnTo>
                    <a:pt x="1704" y="1251"/>
                  </a:lnTo>
                  <a:lnTo>
                    <a:pt x="1893" y="964"/>
                  </a:lnTo>
                  <a:lnTo>
                    <a:pt x="1785" y="816"/>
                  </a:lnTo>
                  <a:lnTo>
                    <a:pt x="1774" y="693"/>
                  </a:lnTo>
                  <a:lnTo>
                    <a:pt x="1696" y="581"/>
                  </a:lnTo>
                  <a:lnTo>
                    <a:pt x="1687" y="462"/>
                  </a:lnTo>
                  <a:lnTo>
                    <a:pt x="1581" y="483"/>
                  </a:lnTo>
                  <a:lnTo>
                    <a:pt x="1535" y="381"/>
                  </a:lnTo>
                  <a:lnTo>
                    <a:pt x="1374" y="517"/>
                  </a:lnTo>
                  <a:lnTo>
                    <a:pt x="1380" y="332"/>
                  </a:lnTo>
                  <a:lnTo>
                    <a:pt x="1219" y="348"/>
                  </a:lnTo>
                  <a:lnTo>
                    <a:pt x="1223" y="242"/>
                  </a:lnTo>
                  <a:lnTo>
                    <a:pt x="1107" y="145"/>
                  </a:lnTo>
                  <a:lnTo>
                    <a:pt x="1000" y="80"/>
                  </a:lnTo>
                  <a:lnTo>
                    <a:pt x="968" y="0"/>
                  </a:lnTo>
                  <a:lnTo>
                    <a:pt x="807" y="64"/>
                  </a:lnTo>
                  <a:lnTo>
                    <a:pt x="793" y="235"/>
                  </a:lnTo>
                  <a:lnTo>
                    <a:pt x="913" y="322"/>
                  </a:lnTo>
                  <a:lnTo>
                    <a:pt x="913" y="435"/>
                  </a:lnTo>
                  <a:lnTo>
                    <a:pt x="801" y="517"/>
                  </a:lnTo>
                  <a:lnTo>
                    <a:pt x="655" y="509"/>
                  </a:lnTo>
                  <a:lnTo>
                    <a:pt x="687" y="606"/>
                  </a:lnTo>
                  <a:lnTo>
                    <a:pt x="801" y="703"/>
                  </a:lnTo>
                  <a:lnTo>
                    <a:pt x="865" y="839"/>
                  </a:lnTo>
                  <a:lnTo>
                    <a:pt x="1000" y="880"/>
                  </a:lnTo>
                  <a:lnTo>
                    <a:pt x="1009" y="1026"/>
                  </a:lnTo>
                  <a:lnTo>
                    <a:pt x="954" y="1041"/>
                  </a:lnTo>
                  <a:lnTo>
                    <a:pt x="826" y="1274"/>
                  </a:lnTo>
                  <a:lnTo>
                    <a:pt x="710" y="1403"/>
                  </a:lnTo>
                  <a:lnTo>
                    <a:pt x="710" y="1494"/>
                  </a:lnTo>
                  <a:lnTo>
                    <a:pt x="839" y="1509"/>
                  </a:lnTo>
                  <a:lnTo>
                    <a:pt x="826" y="1623"/>
                  </a:lnTo>
                  <a:lnTo>
                    <a:pt x="645" y="1823"/>
                  </a:lnTo>
                  <a:lnTo>
                    <a:pt x="581" y="1823"/>
                  </a:lnTo>
                  <a:lnTo>
                    <a:pt x="471" y="1984"/>
                  </a:lnTo>
                  <a:lnTo>
                    <a:pt x="381" y="2130"/>
                  </a:lnTo>
                  <a:lnTo>
                    <a:pt x="252" y="2130"/>
                  </a:lnTo>
                  <a:lnTo>
                    <a:pt x="220" y="2177"/>
                  </a:lnTo>
                  <a:lnTo>
                    <a:pt x="51" y="2171"/>
                  </a:lnTo>
                  <a:lnTo>
                    <a:pt x="42" y="2429"/>
                  </a:lnTo>
                  <a:lnTo>
                    <a:pt x="106" y="2446"/>
                  </a:lnTo>
                  <a:lnTo>
                    <a:pt x="148" y="2510"/>
                  </a:lnTo>
                  <a:lnTo>
                    <a:pt x="10" y="2581"/>
                  </a:lnTo>
                  <a:lnTo>
                    <a:pt x="0" y="263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8" name="Freeform 10"/>
            <p:cNvSpPr>
              <a:spLocks noChangeAspect="1"/>
            </p:cNvSpPr>
            <p:nvPr/>
          </p:nvSpPr>
          <p:spPr bwMode="auto">
            <a:xfrm>
              <a:off x="5915025" y="3902075"/>
              <a:ext cx="1019175" cy="815975"/>
            </a:xfrm>
            <a:custGeom>
              <a:avLst/>
              <a:gdLst>
                <a:gd name="T0" fmla="*/ 2147483647 w 2564"/>
                <a:gd name="T1" fmla="*/ 2147483647 h 2324"/>
                <a:gd name="T2" fmla="*/ 2147483647 w 2564"/>
                <a:gd name="T3" fmla="*/ 2147483647 h 2324"/>
                <a:gd name="T4" fmla="*/ 2147483647 w 2564"/>
                <a:gd name="T5" fmla="*/ 2147483647 h 2324"/>
                <a:gd name="T6" fmla="*/ 2147483647 w 2564"/>
                <a:gd name="T7" fmla="*/ 2147483647 h 2324"/>
                <a:gd name="T8" fmla="*/ 2147483647 w 2564"/>
                <a:gd name="T9" fmla="*/ 2147483647 h 2324"/>
                <a:gd name="T10" fmla="*/ 2147483647 w 2564"/>
                <a:gd name="T11" fmla="*/ 2147483647 h 2324"/>
                <a:gd name="T12" fmla="*/ 2147483647 w 2564"/>
                <a:gd name="T13" fmla="*/ 2147483647 h 2324"/>
                <a:gd name="T14" fmla="*/ 2147483647 w 2564"/>
                <a:gd name="T15" fmla="*/ 2147483647 h 2324"/>
                <a:gd name="T16" fmla="*/ 2147483647 w 2564"/>
                <a:gd name="T17" fmla="*/ 2147483647 h 2324"/>
                <a:gd name="T18" fmla="*/ 2147483647 w 2564"/>
                <a:gd name="T19" fmla="*/ 2147483647 h 2324"/>
                <a:gd name="T20" fmla="*/ 2147483647 w 2564"/>
                <a:gd name="T21" fmla="*/ 2147483647 h 2324"/>
                <a:gd name="T22" fmla="*/ 2147483647 w 2564"/>
                <a:gd name="T23" fmla="*/ 2147483647 h 2324"/>
                <a:gd name="T24" fmla="*/ 2147483647 w 2564"/>
                <a:gd name="T25" fmla="*/ 2147483647 h 2324"/>
                <a:gd name="T26" fmla="*/ 2147483647 w 2564"/>
                <a:gd name="T27" fmla="*/ 2147483647 h 2324"/>
                <a:gd name="T28" fmla="*/ 2147483647 w 2564"/>
                <a:gd name="T29" fmla="*/ 2147483647 h 2324"/>
                <a:gd name="T30" fmla="*/ 2147483647 w 2564"/>
                <a:gd name="T31" fmla="*/ 2147483647 h 2324"/>
                <a:gd name="T32" fmla="*/ 2147483647 w 2564"/>
                <a:gd name="T33" fmla="*/ 2147483647 h 2324"/>
                <a:gd name="T34" fmla="*/ 2147483647 w 2564"/>
                <a:gd name="T35" fmla="*/ 2147483647 h 2324"/>
                <a:gd name="T36" fmla="*/ 2147483647 w 2564"/>
                <a:gd name="T37" fmla="*/ 2147483647 h 2324"/>
                <a:gd name="T38" fmla="*/ 2147483647 w 2564"/>
                <a:gd name="T39" fmla="*/ 2147483647 h 2324"/>
                <a:gd name="T40" fmla="*/ 2147483647 w 2564"/>
                <a:gd name="T41" fmla="*/ 2147483647 h 2324"/>
                <a:gd name="T42" fmla="*/ 2147483647 w 2564"/>
                <a:gd name="T43" fmla="*/ 2147483647 h 2324"/>
                <a:gd name="T44" fmla="*/ 2147483647 w 2564"/>
                <a:gd name="T45" fmla="*/ 2147483647 h 2324"/>
                <a:gd name="T46" fmla="*/ 2147483647 w 2564"/>
                <a:gd name="T47" fmla="*/ 2147483647 h 2324"/>
                <a:gd name="T48" fmla="*/ 2147483647 w 2564"/>
                <a:gd name="T49" fmla="*/ 2147483647 h 2324"/>
                <a:gd name="T50" fmla="*/ 2147483647 w 2564"/>
                <a:gd name="T51" fmla="*/ 2147483647 h 2324"/>
                <a:gd name="T52" fmla="*/ 2147483647 w 2564"/>
                <a:gd name="T53" fmla="*/ 2147483647 h 2324"/>
                <a:gd name="T54" fmla="*/ 2147483647 w 2564"/>
                <a:gd name="T55" fmla="*/ 2147483647 h 2324"/>
                <a:gd name="T56" fmla="*/ 2147483647 w 2564"/>
                <a:gd name="T57" fmla="*/ 2147483647 h 2324"/>
                <a:gd name="T58" fmla="*/ 0 w 2564"/>
                <a:gd name="T59" fmla="*/ 2147483647 h 2324"/>
                <a:gd name="T60" fmla="*/ 0 w 2564"/>
                <a:gd name="T61" fmla="*/ 2147483647 h 2324"/>
                <a:gd name="T62" fmla="*/ 0 w 2564"/>
                <a:gd name="T63" fmla="*/ 2147483647 h 2324"/>
                <a:gd name="T64" fmla="*/ 2147483647 w 2564"/>
                <a:gd name="T65" fmla="*/ 2147483647 h 2324"/>
                <a:gd name="T66" fmla="*/ 2147483647 w 2564"/>
                <a:gd name="T67" fmla="*/ 2147483647 h 2324"/>
                <a:gd name="T68" fmla="*/ 2147483647 w 2564"/>
                <a:gd name="T69" fmla="*/ 2147483647 h 2324"/>
                <a:gd name="T70" fmla="*/ 2147483647 w 2564"/>
                <a:gd name="T71" fmla="*/ 2147483647 h 2324"/>
                <a:gd name="T72" fmla="*/ 2147483647 w 2564"/>
                <a:gd name="T73" fmla="*/ 2147483647 h 2324"/>
                <a:gd name="T74" fmla="*/ 2147483647 w 2564"/>
                <a:gd name="T75" fmla="*/ 2147483647 h 2324"/>
                <a:gd name="T76" fmla="*/ 2147483647 w 2564"/>
                <a:gd name="T77" fmla="*/ 2147483647 h 2324"/>
                <a:gd name="T78" fmla="*/ 2147483647 w 2564"/>
                <a:gd name="T79" fmla="*/ 2147483647 h 2324"/>
                <a:gd name="T80" fmla="*/ 2147483647 w 2564"/>
                <a:gd name="T81" fmla="*/ 2147483647 h 2324"/>
                <a:gd name="T82" fmla="*/ 2147483647 w 2564"/>
                <a:gd name="T83" fmla="*/ 2147483647 h 2324"/>
                <a:gd name="T84" fmla="*/ 2147483647 w 2564"/>
                <a:gd name="T85" fmla="*/ 2147483647 h 2324"/>
                <a:gd name="T86" fmla="*/ 2147483647 w 2564"/>
                <a:gd name="T87" fmla="*/ 2147483647 h 2324"/>
                <a:gd name="T88" fmla="*/ 2147483647 w 2564"/>
                <a:gd name="T89" fmla="*/ 2147483647 h 2324"/>
                <a:gd name="T90" fmla="*/ 2147483647 w 2564"/>
                <a:gd name="T91" fmla="*/ 2147483647 h 2324"/>
                <a:gd name="T92" fmla="*/ 2147483647 w 2564"/>
                <a:gd name="T93" fmla="*/ 2147483647 h 2324"/>
                <a:gd name="T94" fmla="*/ 2147483647 w 2564"/>
                <a:gd name="T95" fmla="*/ 2147483647 h 2324"/>
                <a:gd name="T96" fmla="*/ 2147483647 w 2564"/>
                <a:gd name="T97" fmla="*/ 2147483647 h 2324"/>
                <a:gd name="T98" fmla="*/ 2147483647 w 2564"/>
                <a:gd name="T99" fmla="*/ 2147483647 h 2324"/>
                <a:gd name="T100" fmla="*/ 2147483647 w 2564"/>
                <a:gd name="T101" fmla="*/ 2147483647 h 2324"/>
                <a:gd name="T102" fmla="*/ 2147483647 w 2564"/>
                <a:gd name="T103" fmla="*/ 2147483647 h 2324"/>
                <a:gd name="T104" fmla="*/ 2147483647 w 2564"/>
                <a:gd name="T105" fmla="*/ 2147483647 h 2324"/>
                <a:gd name="T106" fmla="*/ 2147483647 w 2564"/>
                <a:gd name="T107" fmla="*/ 2147483647 h 2324"/>
                <a:gd name="T108" fmla="*/ 2147483647 w 2564"/>
                <a:gd name="T109" fmla="*/ 2147483647 h 2324"/>
                <a:gd name="T110" fmla="*/ 2147483647 w 2564"/>
                <a:gd name="T111" fmla="*/ 2147483647 h 2324"/>
                <a:gd name="T112" fmla="*/ 2147483647 w 2564"/>
                <a:gd name="T113" fmla="*/ 2147483647 h 2324"/>
                <a:gd name="T114" fmla="*/ 2147483647 w 2564"/>
                <a:gd name="T115" fmla="*/ 2147483647 h 2324"/>
                <a:gd name="T116" fmla="*/ 2147483647 w 2564"/>
                <a:gd name="T117" fmla="*/ 2147483647 h 2324"/>
                <a:gd name="T118" fmla="*/ 2147483647 w 2564"/>
                <a:gd name="T119" fmla="*/ 0 h 2324"/>
                <a:gd name="T120" fmla="*/ 2147483647 w 2564"/>
                <a:gd name="T121" fmla="*/ 2147483647 h 2324"/>
                <a:gd name="T122" fmla="*/ 2147483647 w 2564"/>
                <a:gd name="T123" fmla="*/ 2147483647 h 23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64"/>
                <a:gd name="T187" fmla="*/ 0 h 2324"/>
                <a:gd name="T188" fmla="*/ 2564 w 2564"/>
                <a:gd name="T189" fmla="*/ 2324 h 23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64" h="2324">
                  <a:moveTo>
                    <a:pt x="2210" y="113"/>
                  </a:moveTo>
                  <a:lnTo>
                    <a:pt x="2242" y="210"/>
                  </a:lnTo>
                  <a:lnTo>
                    <a:pt x="2356" y="307"/>
                  </a:lnTo>
                  <a:lnTo>
                    <a:pt x="2420" y="443"/>
                  </a:lnTo>
                  <a:lnTo>
                    <a:pt x="2555" y="484"/>
                  </a:lnTo>
                  <a:lnTo>
                    <a:pt x="2564" y="630"/>
                  </a:lnTo>
                  <a:lnTo>
                    <a:pt x="2509" y="645"/>
                  </a:lnTo>
                  <a:lnTo>
                    <a:pt x="2381" y="878"/>
                  </a:lnTo>
                  <a:lnTo>
                    <a:pt x="2265" y="1007"/>
                  </a:lnTo>
                  <a:lnTo>
                    <a:pt x="2265" y="1098"/>
                  </a:lnTo>
                  <a:lnTo>
                    <a:pt x="2394" y="1113"/>
                  </a:lnTo>
                  <a:lnTo>
                    <a:pt x="2381" y="1227"/>
                  </a:lnTo>
                  <a:lnTo>
                    <a:pt x="2200" y="1427"/>
                  </a:lnTo>
                  <a:lnTo>
                    <a:pt x="2136" y="1427"/>
                  </a:lnTo>
                  <a:lnTo>
                    <a:pt x="2026" y="1588"/>
                  </a:lnTo>
                  <a:lnTo>
                    <a:pt x="1936" y="1734"/>
                  </a:lnTo>
                  <a:lnTo>
                    <a:pt x="1807" y="1734"/>
                  </a:lnTo>
                  <a:lnTo>
                    <a:pt x="1775" y="1781"/>
                  </a:lnTo>
                  <a:lnTo>
                    <a:pt x="1606" y="1775"/>
                  </a:lnTo>
                  <a:lnTo>
                    <a:pt x="1597" y="2033"/>
                  </a:lnTo>
                  <a:lnTo>
                    <a:pt x="1661" y="2050"/>
                  </a:lnTo>
                  <a:lnTo>
                    <a:pt x="1703" y="2114"/>
                  </a:lnTo>
                  <a:lnTo>
                    <a:pt x="1565" y="2185"/>
                  </a:lnTo>
                  <a:lnTo>
                    <a:pt x="1555" y="2234"/>
                  </a:lnTo>
                  <a:lnTo>
                    <a:pt x="1145" y="2194"/>
                  </a:lnTo>
                  <a:lnTo>
                    <a:pt x="855" y="2324"/>
                  </a:lnTo>
                  <a:lnTo>
                    <a:pt x="677" y="2292"/>
                  </a:lnTo>
                  <a:lnTo>
                    <a:pt x="548" y="2033"/>
                  </a:lnTo>
                  <a:lnTo>
                    <a:pt x="291" y="2050"/>
                  </a:lnTo>
                  <a:lnTo>
                    <a:pt x="0" y="1891"/>
                  </a:lnTo>
                  <a:lnTo>
                    <a:pt x="0" y="1711"/>
                  </a:lnTo>
                  <a:lnTo>
                    <a:pt x="0" y="1717"/>
                  </a:lnTo>
                  <a:lnTo>
                    <a:pt x="58" y="1717"/>
                  </a:lnTo>
                  <a:lnTo>
                    <a:pt x="204" y="1605"/>
                  </a:lnTo>
                  <a:lnTo>
                    <a:pt x="355" y="1766"/>
                  </a:lnTo>
                  <a:lnTo>
                    <a:pt x="526" y="1808"/>
                  </a:lnTo>
                  <a:lnTo>
                    <a:pt x="607" y="1823"/>
                  </a:lnTo>
                  <a:lnTo>
                    <a:pt x="694" y="2008"/>
                  </a:lnTo>
                  <a:lnTo>
                    <a:pt x="887" y="2114"/>
                  </a:lnTo>
                  <a:lnTo>
                    <a:pt x="984" y="2072"/>
                  </a:lnTo>
                  <a:lnTo>
                    <a:pt x="1010" y="1985"/>
                  </a:lnTo>
                  <a:lnTo>
                    <a:pt x="1033" y="1808"/>
                  </a:lnTo>
                  <a:lnTo>
                    <a:pt x="1210" y="1637"/>
                  </a:lnTo>
                  <a:lnTo>
                    <a:pt x="1381" y="1437"/>
                  </a:lnTo>
                  <a:lnTo>
                    <a:pt x="1461" y="1227"/>
                  </a:lnTo>
                  <a:lnTo>
                    <a:pt x="1445" y="1001"/>
                  </a:lnTo>
                  <a:lnTo>
                    <a:pt x="1339" y="992"/>
                  </a:lnTo>
                  <a:lnTo>
                    <a:pt x="1323" y="742"/>
                  </a:lnTo>
                  <a:lnTo>
                    <a:pt x="1436" y="653"/>
                  </a:lnTo>
                  <a:lnTo>
                    <a:pt x="1387" y="613"/>
                  </a:lnTo>
                  <a:lnTo>
                    <a:pt x="1275" y="613"/>
                  </a:lnTo>
                  <a:lnTo>
                    <a:pt x="1268" y="539"/>
                  </a:lnTo>
                  <a:lnTo>
                    <a:pt x="1478" y="339"/>
                  </a:lnTo>
                  <a:lnTo>
                    <a:pt x="1581" y="323"/>
                  </a:lnTo>
                  <a:lnTo>
                    <a:pt x="1614" y="274"/>
                  </a:lnTo>
                  <a:lnTo>
                    <a:pt x="1767" y="233"/>
                  </a:lnTo>
                  <a:lnTo>
                    <a:pt x="1845" y="282"/>
                  </a:lnTo>
                  <a:lnTo>
                    <a:pt x="2104" y="210"/>
                  </a:lnTo>
                  <a:lnTo>
                    <a:pt x="2129" y="55"/>
                  </a:lnTo>
                  <a:lnTo>
                    <a:pt x="2265" y="0"/>
                  </a:lnTo>
                  <a:lnTo>
                    <a:pt x="2274" y="39"/>
                  </a:lnTo>
                  <a:lnTo>
                    <a:pt x="2210" y="11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89" name="Freeform 11"/>
            <p:cNvSpPr>
              <a:spLocks noChangeAspect="1"/>
            </p:cNvSpPr>
            <p:nvPr/>
          </p:nvSpPr>
          <p:spPr bwMode="auto">
            <a:xfrm>
              <a:off x="5694363" y="3413125"/>
              <a:ext cx="1227137" cy="1231900"/>
            </a:xfrm>
            <a:custGeom>
              <a:avLst/>
              <a:gdLst>
                <a:gd name="T0" fmla="*/ 2147483647 w 3071"/>
                <a:gd name="T1" fmla="*/ 2147483647 h 3508"/>
                <a:gd name="T2" fmla="*/ 2147483647 w 3071"/>
                <a:gd name="T3" fmla="*/ 2147483647 h 3508"/>
                <a:gd name="T4" fmla="*/ 2147483647 w 3071"/>
                <a:gd name="T5" fmla="*/ 2147483647 h 3508"/>
                <a:gd name="T6" fmla="*/ 2147483647 w 3071"/>
                <a:gd name="T7" fmla="*/ 2147483647 h 3508"/>
                <a:gd name="T8" fmla="*/ 2147483647 w 3071"/>
                <a:gd name="T9" fmla="*/ 2147483647 h 3508"/>
                <a:gd name="T10" fmla="*/ 2147483647 w 3071"/>
                <a:gd name="T11" fmla="*/ 2147483647 h 3508"/>
                <a:gd name="T12" fmla="*/ 2147483647 w 3071"/>
                <a:gd name="T13" fmla="*/ 2147483647 h 3508"/>
                <a:gd name="T14" fmla="*/ 2147483647 w 3071"/>
                <a:gd name="T15" fmla="*/ 2147483647 h 3508"/>
                <a:gd name="T16" fmla="*/ 2147483647 w 3071"/>
                <a:gd name="T17" fmla="*/ 2147483647 h 3508"/>
                <a:gd name="T18" fmla="*/ 2147483647 w 3071"/>
                <a:gd name="T19" fmla="*/ 2147483647 h 3508"/>
                <a:gd name="T20" fmla="*/ 2147483647 w 3071"/>
                <a:gd name="T21" fmla="*/ 2147483647 h 3508"/>
                <a:gd name="T22" fmla="*/ 2147483647 w 3071"/>
                <a:gd name="T23" fmla="*/ 2147483647 h 3508"/>
                <a:gd name="T24" fmla="*/ 2147483647 w 3071"/>
                <a:gd name="T25" fmla="*/ 2147483647 h 3508"/>
                <a:gd name="T26" fmla="*/ 2147483647 w 3071"/>
                <a:gd name="T27" fmla="*/ 2147483647 h 3508"/>
                <a:gd name="T28" fmla="*/ 2147483647 w 3071"/>
                <a:gd name="T29" fmla="*/ 2147483647 h 3508"/>
                <a:gd name="T30" fmla="*/ 2147483647 w 3071"/>
                <a:gd name="T31" fmla="*/ 2147483647 h 3508"/>
                <a:gd name="T32" fmla="*/ 2147483647 w 3071"/>
                <a:gd name="T33" fmla="*/ 2147483647 h 3508"/>
                <a:gd name="T34" fmla="*/ 2147483647 w 3071"/>
                <a:gd name="T35" fmla="*/ 2147483647 h 3508"/>
                <a:gd name="T36" fmla="*/ 2147483647 w 3071"/>
                <a:gd name="T37" fmla="*/ 2147483647 h 3508"/>
                <a:gd name="T38" fmla="*/ 2147483647 w 3071"/>
                <a:gd name="T39" fmla="*/ 2147483647 h 3508"/>
                <a:gd name="T40" fmla="*/ 2147483647 w 3071"/>
                <a:gd name="T41" fmla="*/ 2147483647 h 3508"/>
                <a:gd name="T42" fmla="*/ 2147483647 w 3071"/>
                <a:gd name="T43" fmla="*/ 2147483647 h 3508"/>
                <a:gd name="T44" fmla="*/ 2147483647 w 3071"/>
                <a:gd name="T45" fmla="*/ 2147483647 h 3508"/>
                <a:gd name="T46" fmla="*/ 2147483647 w 3071"/>
                <a:gd name="T47" fmla="*/ 2147483647 h 3508"/>
                <a:gd name="T48" fmla="*/ 2147483647 w 3071"/>
                <a:gd name="T49" fmla="*/ 2147483647 h 3508"/>
                <a:gd name="T50" fmla="*/ 2147483647 w 3071"/>
                <a:gd name="T51" fmla="*/ 2147483647 h 3508"/>
                <a:gd name="T52" fmla="*/ 2147483647 w 3071"/>
                <a:gd name="T53" fmla="*/ 2147483647 h 3508"/>
                <a:gd name="T54" fmla="*/ 2147483647 w 3071"/>
                <a:gd name="T55" fmla="*/ 2147483647 h 3508"/>
                <a:gd name="T56" fmla="*/ 2147483647 w 3071"/>
                <a:gd name="T57" fmla="*/ 2147483647 h 3508"/>
                <a:gd name="T58" fmla="*/ 2147483647 w 3071"/>
                <a:gd name="T59" fmla="*/ 2147483647 h 3508"/>
                <a:gd name="T60" fmla="*/ 2147483647 w 3071"/>
                <a:gd name="T61" fmla="*/ 2147483647 h 3508"/>
                <a:gd name="T62" fmla="*/ 2147483647 w 3071"/>
                <a:gd name="T63" fmla="*/ 2147483647 h 3508"/>
                <a:gd name="T64" fmla="*/ 2147483647 w 3071"/>
                <a:gd name="T65" fmla="*/ 2147483647 h 3508"/>
                <a:gd name="T66" fmla="*/ 0 w 3071"/>
                <a:gd name="T67" fmla="*/ 2147483647 h 3508"/>
                <a:gd name="T68" fmla="*/ 2147483647 w 3071"/>
                <a:gd name="T69" fmla="*/ 2147483647 h 3508"/>
                <a:gd name="T70" fmla="*/ 2147483647 w 3071"/>
                <a:gd name="T71" fmla="*/ 2147483647 h 3508"/>
                <a:gd name="T72" fmla="*/ 2147483647 w 3071"/>
                <a:gd name="T73" fmla="*/ 2147483647 h 3508"/>
                <a:gd name="T74" fmla="*/ 2147483647 w 3071"/>
                <a:gd name="T75" fmla="*/ 2147483647 h 3508"/>
                <a:gd name="T76" fmla="*/ 2147483647 w 3071"/>
                <a:gd name="T77" fmla="*/ 2147483647 h 3508"/>
                <a:gd name="T78" fmla="*/ 2147483647 w 3071"/>
                <a:gd name="T79" fmla="*/ 2147483647 h 3508"/>
                <a:gd name="T80" fmla="*/ 2147483647 w 3071"/>
                <a:gd name="T81" fmla="*/ 2147483647 h 3508"/>
                <a:gd name="T82" fmla="*/ 2147483647 w 3071"/>
                <a:gd name="T83" fmla="*/ 2147483647 h 3508"/>
                <a:gd name="T84" fmla="*/ 2147483647 w 3071"/>
                <a:gd name="T85" fmla="*/ 2147483647 h 3508"/>
                <a:gd name="T86" fmla="*/ 2147483647 w 3071"/>
                <a:gd name="T87" fmla="*/ 2147483647 h 3508"/>
                <a:gd name="T88" fmla="*/ 2147483647 w 3071"/>
                <a:gd name="T89" fmla="*/ 2147483647 h 3508"/>
                <a:gd name="T90" fmla="*/ 2147483647 w 3071"/>
                <a:gd name="T91" fmla="*/ 2147483647 h 3508"/>
                <a:gd name="T92" fmla="*/ 2147483647 w 3071"/>
                <a:gd name="T93" fmla="*/ 2147483647 h 3508"/>
                <a:gd name="T94" fmla="*/ 2147483647 w 3071"/>
                <a:gd name="T95" fmla="*/ 2147483647 h 3508"/>
                <a:gd name="T96" fmla="*/ 2147483647 w 3071"/>
                <a:gd name="T97" fmla="*/ 2147483647 h 35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071"/>
                <a:gd name="T148" fmla="*/ 0 h 3508"/>
                <a:gd name="T149" fmla="*/ 3071 w 3071"/>
                <a:gd name="T150" fmla="*/ 3508 h 350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071" h="3508">
                  <a:moveTo>
                    <a:pt x="1297" y="0"/>
                  </a:moveTo>
                  <a:lnTo>
                    <a:pt x="1339" y="78"/>
                  </a:lnTo>
                  <a:lnTo>
                    <a:pt x="1484" y="214"/>
                  </a:lnTo>
                  <a:lnTo>
                    <a:pt x="1494" y="368"/>
                  </a:lnTo>
                  <a:lnTo>
                    <a:pt x="1606" y="407"/>
                  </a:lnTo>
                  <a:lnTo>
                    <a:pt x="1564" y="498"/>
                  </a:lnTo>
                  <a:lnTo>
                    <a:pt x="1613" y="604"/>
                  </a:lnTo>
                  <a:lnTo>
                    <a:pt x="1758" y="701"/>
                  </a:lnTo>
                  <a:lnTo>
                    <a:pt x="1719" y="1046"/>
                  </a:lnTo>
                  <a:lnTo>
                    <a:pt x="1751" y="1201"/>
                  </a:lnTo>
                  <a:lnTo>
                    <a:pt x="1855" y="1201"/>
                  </a:lnTo>
                  <a:lnTo>
                    <a:pt x="1880" y="1143"/>
                  </a:lnTo>
                  <a:lnTo>
                    <a:pt x="2081" y="1078"/>
                  </a:lnTo>
                  <a:lnTo>
                    <a:pt x="2107" y="1007"/>
                  </a:lnTo>
                  <a:lnTo>
                    <a:pt x="2162" y="1121"/>
                  </a:lnTo>
                  <a:lnTo>
                    <a:pt x="2296" y="949"/>
                  </a:lnTo>
                  <a:lnTo>
                    <a:pt x="2338" y="739"/>
                  </a:lnTo>
                  <a:lnTo>
                    <a:pt x="2490" y="578"/>
                  </a:lnTo>
                  <a:lnTo>
                    <a:pt x="2652" y="675"/>
                  </a:lnTo>
                  <a:lnTo>
                    <a:pt x="2741" y="797"/>
                  </a:lnTo>
                  <a:lnTo>
                    <a:pt x="2839" y="684"/>
                  </a:lnTo>
                  <a:lnTo>
                    <a:pt x="2919" y="718"/>
                  </a:lnTo>
                  <a:lnTo>
                    <a:pt x="2951" y="820"/>
                  </a:lnTo>
                  <a:lnTo>
                    <a:pt x="3071" y="998"/>
                  </a:lnTo>
                  <a:lnTo>
                    <a:pt x="2910" y="1062"/>
                  </a:lnTo>
                  <a:lnTo>
                    <a:pt x="2896" y="1233"/>
                  </a:lnTo>
                  <a:lnTo>
                    <a:pt x="3016" y="1320"/>
                  </a:lnTo>
                  <a:lnTo>
                    <a:pt x="3016" y="1433"/>
                  </a:lnTo>
                  <a:lnTo>
                    <a:pt x="2904" y="1515"/>
                  </a:lnTo>
                  <a:lnTo>
                    <a:pt x="2758" y="1507"/>
                  </a:lnTo>
                  <a:lnTo>
                    <a:pt x="2822" y="1433"/>
                  </a:lnTo>
                  <a:lnTo>
                    <a:pt x="2813" y="1394"/>
                  </a:lnTo>
                  <a:lnTo>
                    <a:pt x="2677" y="1449"/>
                  </a:lnTo>
                  <a:lnTo>
                    <a:pt x="2652" y="1604"/>
                  </a:lnTo>
                  <a:lnTo>
                    <a:pt x="2393" y="1676"/>
                  </a:lnTo>
                  <a:lnTo>
                    <a:pt x="2315" y="1627"/>
                  </a:lnTo>
                  <a:lnTo>
                    <a:pt x="2162" y="1668"/>
                  </a:lnTo>
                  <a:lnTo>
                    <a:pt x="2129" y="1717"/>
                  </a:lnTo>
                  <a:lnTo>
                    <a:pt x="2026" y="1733"/>
                  </a:lnTo>
                  <a:lnTo>
                    <a:pt x="1816" y="1933"/>
                  </a:lnTo>
                  <a:lnTo>
                    <a:pt x="1823" y="2007"/>
                  </a:lnTo>
                  <a:lnTo>
                    <a:pt x="1935" y="2007"/>
                  </a:lnTo>
                  <a:lnTo>
                    <a:pt x="1984" y="2047"/>
                  </a:lnTo>
                  <a:lnTo>
                    <a:pt x="1871" y="2136"/>
                  </a:lnTo>
                  <a:lnTo>
                    <a:pt x="1887" y="2386"/>
                  </a:lnTo>
                  <a:lnTo>
                    <a:pt x="1993" y="2395"/>
                  </a:lnTo>
                  <a:lnTo>
                    <a:pt x="2009" y="2621"/>
                  </a:lnTo>
                  <a:lnTo>
                    <a:pt x="1929" y="2831"/>
                  </a:lnTo>
                  <a:lnTo>
                    <a:pt x="1758" y="3031"/>
                  </a:lnTo>
                  <a:lnTo>
                    <a:pt x="1581" y="3202"/>
                  </a:lnTo>
                  <a:lnTo>
                    <a:pt x="1558" y="3379"/>
                  </a:lnTo>
                  <a:lnTo>
                    <a:pt x="1532" y="3466"/>
                  </a:lnTo>
                  <a:lnTo>
                    <a:pt x="1435" y="3508"/>
                  </a:lnTo>
                  <a:lnTo>
                    <a:pt x="1242" y="3402"/>
                  </a:lnTo>
                  <a:lnTo>
                    <a:pt x="1155" y="3217"/>
                  </a:lnTo>
                  <a:lnTo>
                    <a:pt x="1074" y="3202"/>
                  </a:lnTo>
                  <a:lnTo>
                    <a:pt x="903" y="3160"/>
                  </a:lnTo>
                  <a:lnTo>
                    <a:pt x="752" y="2999"/>
                  </a:lnTo>
                  <a:lnTo>
                    <a:pt x="606" y="3111"/>
                  </a:lnTo>
                  <a:lnTo>
                    <a:pt x="548" y="3111"/>
                  </a:lnTo>
                  <a:lnTo>
                    <a:pt x="548" y="3105"/>
                  </a:lnTo>
                  <a:lnTo>
                    <a:pt x="500" y="3063"/>
                  </a:lnTo>
                  <a:lnTo>
                    <a:pt x="349" y="3056"/>
                  </a:lnTo>
                  <a:lnTo>
                    <a:pt x="252" y="2944"/>
                  </a:lnTo>
                  <a:lnTo>
                    <a:pt x="161" y="2944"/>
                  </a:lnTo>
                  <a:lnTo>
                    <a:pt x="154" y="2944"/>
                  </a:lnTo>
                  <a:lnTo>
                    <a:pt x="10" y="2836"/>
                  </a:lnTo>
                  <a:lnTo>
                    <a:pt x="0" y="2766"/>
                  </a:lnTo>
                  <a:lnTo>
                    <a:pt x="154" y="2734"/>
                  </a:lnTo>
                  <a:lnTo>
                    <a:pt x="161" y="2401"/>
                  </a:lnTo>
                  <a:lnTo>
                    <a:pt x="273" y="2321"/>
                  </a:lnTo>
                  <a:lnTo>
                    <a:pt x="258" y="2159"/>
                  </a:lnTo>
                  <a:lnTo>
                    <a:pt x="154" y="2039"/>
                  </a:lnTo>
                  <a:lnTo>
                    <a:pt x="252" y="1950"/>
                  </a:lnTo>
                  <a:lnTo>
                    <a:pt x="241" y="1863"/>
                  </a:lnTo>
                  <a:lnTo>
                    <a:pt x="445" y="1837"/>
                  </a:lnTo>
                  <a:lnTo>
                    <a:pt x="468" y="1750"/>
                  </a:lnTo>
                  <a:lnTo>
                    <a:pt x="525" y="1756"/>
                  </a:lnTo>
                  <a:lnTo>
                    <a:pt x="612" y="1886"/>
                  </a:lnTo>
                  <a:lnTo>
                    <a:pt x="661" y="1895"/>
                  </a:lnTo>
                  <a:lnTo>
                    <a:pt x="687" y="1740"/>
                  </a:lnTo>
                  <a:lnTo>
                    <a:pt x="854" y="1562"/>
                  </a:lnTo>
                  <a:lnTo>
                    <a:pt x="841" y="1352"/>
                  </a:lnTo>
                  <a:lnTo>
                    <a:pt x="896" y="1352"/>
                  </a:lnTo>
                  <a:lnTo>
                    <a:pt x="994" y="1449"/>
                  </a:lnTo>
                  <a:lnTo>
                    <a:pt x="1170" y="1530"/>
                  </a:lnTo>
                  <a:lnTo>
                    <a:pt x="1210" y="1352"/>
                  </a:lnTo>
                  <a:lnTo>
                    <a:pt x="1138" y="1233"/>
                  </a:lnTo>
                  <a:lnTo>
                    <a:pt x="1203" y="1185"/>
                  </a:lnTo>
                  <a:lnTo>
                    <a:pt x="1178" y="1072"/>
                  </a:lnTo>
                  <a:lnTo>
                    <a:pt x="1042" y="975"/>
                  </a:lnTo>
                  <a:lnTo>
                    <a:pt x="1000" y="830"/>
                  </a:lnTo>
                  <a:lnTo>
                    <a:pt x="1155" y="587"/>
                  </a:lnTo>
                  <a:lnTo>
                    <a:pt x="1187" y="466"/>
                  </a:lnTo>
                  <a:lnTo>
                    <a:pt x="1090" y="311"/>
                  </a:lnTo>
                  <a:lnTo>
                    <a:pt x="1129" y="233"/>
                  </a:lnTo>
                  <a:lnTo>
                    <a:pt x="1161" y="46"/>
                  </a:lnTo>
                  <a:lnTo>
                    <a:pt x="1274" y="46"/>
                  </a:lnTo>
                  <a:lnTo>
                    <a:pt x="1297"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1" name="Freeform 12"/>
            <p:cNvSpPr>
              <a:spLocks noChangeAspect="1"/>
            </p:cNvSpPr>
            <p:nvPr/>
          </p:nvSpPr>
          <p:spPr bwMode="auto">
            <a:xfrm>
              <a:off x="5278438" y="4446588"/>
              <a:ext cx="639762" cy="360362"/>
            </a:xfrm>
            <a:custGeom>
              <a:avLst/>
              <a:gdLst>
                <a:gd name="T0" fmla="*/ 2147483647 w 1612"/>
                <a:gd name="T1" fmla="*/ 2147483647 h 1032"/>
                <a:gd name="T2" fmla="*/ 0 w 1612"/>
                <a:gd name="T3" fmla="*/ 2147483647 h 1032"/>
                <a:gd name="T4" fmla="*/ 2147483647 w 1612"/>
                <a:gd name="T5" fmla="*/ 2147483647 h 1032"/>
                <a:gd name="T6" fmla="*/ 2147483647 w 1612"/>
                <a:gd name="T7" fmla="*/ 2147483647 h 1032"/>
                <a:gd name="T8" fmla="*/ 2147483647 w 1612"/>
                <a:gd name="T9" fmla="*/ 2147483647 h 1032"/>
                <a:gd name="T10" fmla="*/ 2147483647 w 1612"/>
                <a:gd name="T11" fmla="*/ 2147483647 h 1032"/>
                <a:gd name="T12" fmla="*/ 2147483647 w 1612"/>
                <a:gd name="T13" fmla="*/ 2147483647 h 1032"/>
                <a:gd name="T14" fmla="*/ 2147483647 w 1612"/>
                <a:gd name="T15" fmla="*/ 2147483647 h 1032"/>
                <a:gd name="T16" fmla="*/ 2147483647 w 1612"/>
                <a:gd name="T17" fmla="*/ 2147483647 h 1032"/>
                <a:gd name="T18" fmla="*/ 2147483647 w 1612"/>
                <a:gd name="T19" fmla="*/ 2147483647 h 1032"/>
                <a:gd name="T20" fmla="*/ 2147483647 w 1612"/>
                <a:gd name="T21" fmla="*/ 2147483647 h 1032"/>
                <a:gd name="T22" fmla="*/ 2147483647 w 1612"/>
                <a:gd name="T23" fmla="*/ 2147483647 h 1032"/>
                <a:gd name="T24" fmla="*/ 2147483647 w 1612"/>
                <a:gd name="T25" fmla="*/ 2147483647 h 1032"/>
                <a:gd name="T26" fmla="*/ 2147483647 w 1612"/>
                <a:gd name="T27" fmla="*/ 2147483647 h 1032"/>
                <a:gd name="T28" fmla="*/ 2147483647 w 1612"/>
                <a:gd name="T29" fmla="*/ 2147483647 h 1032"/>
                <a:gd name="T30" fmla="*/ 2147483647 w 1612"/>
                <a:gd name="T31" fmla="*/ 2147483647 h 1032"/>
                <a:gd name="T32" fmla="*/ 2147483647 w 1612"/>
                <a:gd name="T33" fmla="*/ 2147483647 h 1032"/>
                <a:gd name="T34" fmla="*/ 2147483647 w 1612"/>
                <a:gd name="T35" fmla="*/ 2147483647 h 1032"/>
                <a:gd name="T36" fmla="*/ 2147483647 w 1612"/>
                <a:gd name="T37" fmla="*/ 2147483647 h 1032"/>
                <a:gd name="T38" fmla="*/ 2147483647 w 1612"/>
                <a:gd name="T39" fmla="*/ 2147483647 h 1032"/>
                <a:gd name="T40" fmla="*/ 2147483647 w 1612"/>
                <a:gd name="T41" fmla="*/ 2147483647 h 1032"/>
                <a:gd name="T42" fmla="*/ 2147483647 w 1612"/>
                <a:gd name="T43" fmla="*/ 2147483647 h 1032"/>
                <a:gd name="T44" fmla="*/ 2147483647 w 1612"/>
                <a:gd name="T45" fmla="*/ 2147483647 h 1032"/>
                <a:gd name="T46" fmla="*/ 2147483647 w 1612"/>
                <a:gd name="T47" fmla="*/ 2147483647 h 1032"/>
                <a:gd name="T48" fmla="*/ 2147483647 w 1612"/>
                <a:gd name="T49" fmla="*/ 2147483647 h 1032"/>
                <a:gd name="T50" fmla="*/ 2147483647 w 1612"/>
                <a:gd name="T51" fmla="*/ 2147483647 h 1032"/>
                <a:gd name="T52" fmla="*/ 2147483647 w 1612"/>
                <a:gd name="T53" fmla="*/ 2147483647 h 1032"/>
                <a:gd name="T54" fmla="*/ 2147483647 w 1612"/>
                <a:gd name="T55" fmla="*/ 2147483647 h 1032"/>
                <a:gd name="T56" fmla="*/ 2147483647 w 1612"/>
                <a:gd name="T57" fmla="*/ 2147483647 h 1032"/>
                <a:gd name="T58" fmla="*/ 2147483647 w 1612"/>
                <a:gd name="T59" fmla="*/ 2147483647 h 1032"/>
                <a:gd name="T60" fmla="*/ 2147483647 w 1612"/>
                <a:gd name="T61" fmla="*/ 2147483647 h 1032"/>
                <a:gd name="T62" fmla="*/ 2147483647 w 1612"/>
                <a:gd name="T63" fmla="*/ 2147483647 h 1032"/>
                <a:gd name="T64" fmla="*/ 2147483647 w 1612"/>
                <a:gd name="T65" fmla="*/ 2147483647 h 1032"/>
                <a:gd name="T66" fmla="*/ 2147483647 w 1612"/>
                <a:gd name="T67" fmla="*/ 2147483647 h 1032"/>
                <a:gd name="T68" fmla="*/ 2147483647 w 1612"/>
                <a:gd name="T69" fmla="*/ 2147483647 h 1032"/>
                <a:gd name="T70" fmla="*/ 2147483647 w 1612"/>
                <a:gd name="T71" fmla="*/ 2147483647 h 1032"/>
                <a:gd name="T72" fmla="*/ 2147483647 w 1612"/>
                <a:gd name="T73" fmla="*/ 2147483647 h 1032"/>
                <a:gd name="T74" fmla="*/ 2147483647 w 1612"/>
                <a:gd name="T75" fmla="*/ 2147483647 h 1032"/>
                <a:gd name="T76" fmla="*/ 2147483647 w 1612"/>
                <a:gd name="T77" fmla="*/ 0 h 1032"/>
                <a:gd name="T78" fmla="*/ 2147483647 w 1612"/>
                <a:gd name="T79" fmla="*/ 0 h 1032"/>
                <a:gd name="T80" fmla="*/ 2147483647 w 1612"/>
                <a:gd name="T81" fmla="*/ 2147483647 h 1032"/>
                <a:gd name="T82" fmla="*/ 2147483647 w 1612"/>
                <a:gd name="T83" fmla="*/ 2147483647 h 1032"/>
                <a:gd name="T84" fmla="*/ 2147483647 w 1612"/>
                <a:gd name="T85" fmla="*/ 2147483647 h 1032"/>
                <a:gd name="T86" fmla="*/ 2147483647 w 1612"/>
                <a:gd name="T87" fmla="*/ 2147483647 h 1032"/>
                <a:gd name="T88" fmla="*/ 2147483647 w 1612"/>
                <a:gd name="T89" fmla="*/ 2147483647 h 1032"/>
                <a:gd name="T90" fmla="*/ 2147483647 w 1612"/>
                <a:gd name="T91" fmla="*/ 2147483647 h 1032"/>
                <a:gd name="T92" fmla="*/ 2147483647 w 1612"/>
                <a:gd name="T93" fmla="*/ 2147483647 h 1032"/>
                <a:gd name="T94" fmla="*/ 2147483647 w 1612"/>
                <a:gd name="T95" fmla="*/ 2147483647 h 1032"/>
                <a:gd name="T96" fmla="*/ 2147483647 w 1612"/>
                <a:gd name="T97" fmla="*/ 2147483647 h 1032"/>
                <a:gd name="T98" fmla="*/ 2147483647 w 1612"/>
                <a:gd name="T99" fmla="*/ 2147483647 h 1032"/>
                <a:gd name="T100" fmla="*/ 2147483647 w 1612"/>
                <a:gd name="T101" fmla="*/ 2147483647 h 1032"/>
                <a:gd name="T102" fmla="*/ 2147483647 w 1612"/>
                <a:gd name="T103" fmla="*/ 2147483647 h 10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12"/>
                <a:gd name="T157" fmla="*/ 0 h 1032"/>
                <a:gd name="T158" fmla="*/ 1612 w 1612"/>
                <a:gd name="T159" fmla="*/ 1032 h 10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12" h="1032">
                  <a:moveTo>
                    <a:pt x="15" y="612"/>
                  </a:moveTo>
                  <a:lnTo>
                    <a:pt x="0" y="758"/>
                  </a:lnTo>
                  <a:lnTo>
                    <a:pt x="5" y="763"/>
                  </a:lnTo>
                  <a:lnTo>
                    <a:pt x="19" y="778"/>
                  </a:lnTo>
                  <a:lnTo>
                    <a:pt x="39" y="799"/>
                  </a:lnTo>
                  <a:lnTo>
                    <a:pt x="63" y="823"/>
                  </a:lnTo>
                  <a:lnTo>
                    <a:pt x="88" y="847"/>
                  </a:lnTo>
                  <a:lnTo>
                    <a:pt x="112" y="870"/>
                  </a:lnTo>
                  <a:lnTo>
                    <a:pt x="123" y="878"/>
                  </a:lnTo>
                  <a:lnTo>
                    <a:pt x="132" y="885"/>
                  </a:lnTo>
                  <a:lnTo>
                    <a:pt x="139" y="891"/>
                  </a:lnTo>
                  <a:lnTo>
                    <a:pt x="144" y="894"/>
                  </a:lnTo>
                  <a:lnTo>
                    <a:pt x="146" y="895"/>
                  </a:lnTo>
                  <a:lnTo>
                    <a:pt x="148" y="896"/>
                  </a:lnTo>
                  <a:lnTo>
                    <a:pt x="149" y="897"/>
                  </a:lnTo>
                  <a:lnTo>
                    <a:pt x="149" y="898"/>
                  </a:lnTo>
                  <a:lnTo>
                    <a:pt x="148" y="902"/>
                  </a:lnTo>
                  <a:lnTo>
                    <a:pt x="144" y="907"/>
                  </a:lnTo>
                  <a:lnTo>
                    <a:pt x="133" y="916"/>
                  </a:lnTo>
                  <a:lnTo>
                    <a:pt x="119" y="926"/>
                  </a:lnTo>
                  <a:lnTo>
                    <a:pt x="102" y="935"/>
                  </a:lnTo>
                  <a:lnTo>
                    <a:pt x="88" y="944"/>
                  </a:lnTo>
                  <a:lnTo>
                    <a:pt x="77" y="950"/>
                  </a:lnTo>
                  <a:lnTo>
                    <a:pt x="74" y="951"/>
                  </a:lnTo>
                  <a:lnTo>
                    <a:pt x="74" y="1015"/>
                  </a:lnTo>
                  <a:lnTo>
                    <a:pt x="99" y="1032"/>
                  </a:lnTo>
                  <a:lnTo>
                    <a:pt x="579" y="822"/>
                  </a:lnTo>
                  <a:lnTo>
                    <a:pt x="709" y="919"/>
                  </a:lnTo>
                  <a:lnTo>
                    <a:pt x="886" y="871"/>
                  </a:lnTo>
                  <a:lnTo>
                    <a:pt x="983" y="1032"/>
                  </a:lnTo>
                  <a:lnTo>
                    <a:pt x="1403" y="1032"/>
                  </a:lnTo>
                  <a:lnTo>
                    <a:pt x="1612" y="871"/>
                  </a:lnTo>
                  <a:lnTo>
                    <a:pt x="1499" y="678"/>
                  </a:lnTo>
                  <a:lnTo>
                    <a:pt x="1596" y="468"/>
                  </a:lnTo>
                  <a:lnTo>
                    <a:pt x="1596" y="341"/>
                  </a:lnTo>
                  <a:lnTo>
                    <a:pt x="1596" y="161"/>
                  </a:lnTo>
                  <a:lnTo>
                    <a:pt x="1548" y="119"/>
                  </a:lnTo>
                  <a:lnTo>
                    <a:pt x="1397" y="112"/>
                  </a:lnTo>
                  <a:lnTo>
                    <a:pt x="1300" y="0"/>
                  </a:lnTo>
                  <a:lnTo>
                    <a:pt x="1209" y="0"/>
                  </a:lnTo>
                  <a:lnTo>
                    <a:pt x="1187" y="48"/>
                  </a:lnTo>
                  <a:lnTo>
                    <a:pt x="1026" y="102"/>
                  </a:lnTo>
                  <a:lnTo>
                    <a:pt x="863" y="264"/>
                  </a:lnTo>
                  <a:lnTo>
                    <a:pt x="774" y="451"/>
                  </a:lnTo>
                  <a:lnTo>
                    <a:pt x="687" y="483"/>
                  </a:lnTo>
                  <a:lnTo>
                    <a:pt x="622" y="570"/>
                  </a:lnTo>
                  <a:lnTo>
                    <a:pt x="331" y="532"/>
                  </a:lnTo>
                  <a:lnTo>
                    <a:pt x="267" y="447"/>
                  </a:lnTo>
                  <a:lnTo>
                    <a:pt x="257" y="458"/>
                  </a:lnTo>
                  <a:lnTo>
                    <a:pt x="193" y="483"/>
                  </a:lnTo>
                  <a:lnTo>
                    <a:pt x="112" y="602"/>
                  </a:lnTo>
                  <a:lnTo>
                    <a:pt x="15" y="61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2" name="Freeform 13"/>
            <p:cNvSpPr>
              <a:spLocks noChangeAspect="1"/>
            </p:cNvSpPr>
            <p:nvPr/>
          </p:nvSpPr>
          <p:spPr bwMode="auto">
            <a:xfrm>
              <a:off x="5014913" y="4175125"/>
              <a:ext cx="301625" cy="411163"/>
            </a:xfrm>
            <a:custGeom>
              <a:avLst/>
              <a:gdLst>
                <a:gd name="T0" fmla="*/ 2147483647 w 748"/>
                <a:gd name="T1" fmla="*/ 2147483647 h 1177"/>
                <a:gd name="T2" fmla="*/ 2147483647 w 748"/>
                <a:gd name="T3" fmla="*/ 2147483647 h 1177"/>
                <a:gd name="T4" fmla="*/ 2147483647 w 748"/>
                <a:gd name="T5" fmla="*/ 2147483647 h 1177"/>
                <a:gd name="T6" fmla="*/ 2147483647 w 748"/>
                <a:gd name="T7" fmla="*/ 2147483647 h 1177"/>
                <a:gd name="T8" fmla="*/ 2147483647 w 748"/>
                <a:gd name="T9" fmla="*/ 2147483647 h 1177"/>
                <a:gd name="T10" fmla="*/ 2147483647 w 748"/>
                <a:gd name="T11" fmla="*/ 2147483647 h 1177"/>
                <a:gd name="T12" fmla="*/ 2147483647 w 748"/>
                <a:gd name="T13" fmla="*/ 2147483647 h 1177"/>
                <a:gd name="T14" fmla="*/ 2147483647 w 748"/>
                <a:gd name="T15" fmla="*/ 2147483647 h 1177"/>
                <a:gd name="T16" fmla="*/ 2147483647 w 748"/>
                <a:gd name="T17" fmla="*/ 2147483647 h 1177"/>
                <a:gd name="T18" fmla="*/ 2147483647 w 748"/>
                <a:gd name="T19" fmla="*/ 2147483647 h 1177"/>
                <a:gd name="T20" fmla="*/ 2147483647 w 748"/>
                <a:gd name="T21" fmla="*/ 2147483647 h 1177"/>
                <a:gd name="T22" fmla="*/ 2147483647 w 748"/>
                <a:gd name="T23" fmla="*/ 2147483647 h 1177"/>
                <a:gd name="T24" fmla="*/ 2147483647 w 748"/>
                <a:gd name="T25" fmla="*/ 2147483647 h 1177"/>
                <a:gd name="T26" fmla="*/ 2147483647 w 748"/>
                <a:gd name="T27" fmla="*/ 2147483647 h 1177"/>
                <a:gd name="T28" fmla="*/ 2147483647 w 748"/>
                <a:gd name="T29" fmla="*/ 2147483647 h 1177"/>
                <a:gd name="T30" fmla="*/ 2147483647 w 748"/>
                <a:gd name="T31" fmla="*/ 2147483647 h 1177"/>
                <a:gd name="T32" fmla="*/ 2147483647 w 748"/>
                <a:gd name="T33" fmla="*/ 2147483647 h 1177"/>
                <a:gd name="T34" fmla="*/ 2147483647 w 748"/>
                <a:gd name="T35" fmla="*/ 2147483647 h 1177"/>
                <a:gd name="T36" fmla="*/ 2147483647 w 748"/>
                <a:gd name="T37" fmla="*/ 2147483647 h 1177"/>
                <a:gd name="T38" fmla="*/ 2147483647 w 748"/>
                <a:gd name="T39" fmla="*/ 0 h 1177"/>
                <a:gd name="T40" fmla="*/ 2147483647 w 748"/>
                <a:gd name="T41" fmla="*/ 2147483647 h 1177"/>
                <a:gd name="T42" fmla="*/ 2147483647 w 748"/>
                <a:gd name="T43" fmla="*/ 2147483647 h 1177"/>
                <a:gd name="T44" fmla="*/ 2147483647 w 748"/>
                <a:gd name="T45" fmla="*/ 2147483647 h 1177"/>
                <a:gd name="T46" fmla="*/ 2147483647 w 748"/>
                <a:gd name="T47" fmla="*/ 2147483647 h 1177"/>
                <a:gd name="T48" fmla="*/ 0 w 748"/>
                <a:gd name="T49" fmla="*/ 2147483647 h 1177"/>
                <a:gd name="T50" fmla="*/ 2147483647 w 748"/>
                <a:gd name="T51" fmla="*/ 2147483647 h 1177"/>
                <a:gd name="T52" fmla="*/ 2147483647 w 748"/>
                <a:gd name="T53" fmla="*/ 2147483647 h 117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8"/>
                <a:gd name="T82" fmla="*/ 0 h 1177"/>
                <a:gd name="T83" fmla="*/ 748 w 748"/>
                <a:gd name="T84" fmla="*/ 1177 h 117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8" h="1177">
                  <a:moveTo>
                    <a:pt x="71" y="593"/>
                  </a:moveTo>
                  <a:lnTo>
                    <a:pt x="103" y="579"/>
                  </a:lnTo>
                  <a:lnTo>
                    <a:pt x="174" y="708"/>
                  </a:lnTo>
                  <a:lnTo>
                    <a:pt x="336" y="838"/>
                  </a:lnTo>
                  <a:lnTo>
                    <a:pt x="320" y="967"/>
                  </a:lnTo>
                  <a:lnTo>
                    <a:pt x="384" y="1054"/>
                  </a:lnTo>
                  <a:lnTo>
                    <a:pt x="381" y="1102"/>
                  </a:lnTo>
                  <a:lnTo>
                    <a:pt x="606" y="1177"/>
                  </a:lnTo>
                  <a:lnTo>
                    <a:pt x="716" y="1005"/>
                  </a:lnTo>
                  <a:lnTo>
                    <a:pt x="668" y="861"/>
                  </a:lnTo>
                  <a:lnTo>
                    <a:pt x="701" y="676"/>
                  </a:lnTo>
                  <a:lnTo>
                    <a:pt x="594" y="644"/>
                  </a:lnTo>
                  <a:lnTo>
                    <a:pt x="594" y="596"/>
                  </a:lnTo>
                  <a:lnTo>
                    <a:pt x="659" y="499"/>
                  </a:lnTo>
                  <a:lnTo>
                    <a:pt x="604" y="467"/>
                  </a:lnTo>
                  <a:lnTo>
                    <a:pt x="604" y="377"/>
                  </a:lnTo>
                  <a:lnTo>
                    <a:pt x="652" y="354"/>
                  </a:lnTo>
                  <a:lnTo>
                    <a:pt x="748" y="225"/>
                  </a:lnTo>
                  <a:lnTo>
                    <a:pt x="627" y="70"/>
                  </a:lnTo>
                  <a:lnTo>
                    <a:pt x="619" y="0"/>
                  </a:lnTo>
                  <a:lnTo>
                    <a:pt x="481" y="87"/>
                  </a:lnTo>
                  <a:lnTo>
                    <a:pt x="394" y="32"/>
                  </a:lnTo>
                  <a:lnTo>
                    <a:pt x="281" y="53"/>
                  </a:lnTo>
                  <a:lnTo>
                    <a:pt x="169" y="161"/>
                  </a:lnTo>
                  <a:lnTo>
                    <a:pt x="0" y="161"/>
                  </a:lnTo>
                  <a:lnTo>
                    <a:pt x="71" y="257"/>
                  </a:lnTo>
                  <a:lnTo>
                    <a:pt x="71" y="59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3" name="Freeform 14"/>
            <p:cNvSpPr>
              <a:spLocks noChangeAspect="1"/>
            </p:cNvSpPr>
            <p:nvPr/>
          </p:nvSpPr>
          <p:spPr bwMode="auto">
            <a:xfrm>
              <a:off x="4529138" y="3757613"/>
              <a:ext cx="782637" cy="506412"/>
            </a:xfrm>
            <a:custGeom>
              <a:avLst/>
              <a:gdLst>
                <a:gd name="T0" fmla="*/ 2147483647 w 1961"/>
                <a:gd name="T1" fmla="*/ 2147483647 h 1446"/>
                <a:gd name="T2" fmla="*/ 2147483647 w 1961"/>
                <a:gd name="T3" fmla="*/ 2147483647 h 1446"/>
                <a:gd name="T4" fmla="*/ 2147483647 w 1961"/>
                <a:gd name="T5" fmla="*/ 2147483647 h 1446"/>
                <a:gd name="T6" fmla="*/ 2147483647 w 1961"/>
                <a:gd name="T7" fmla="*/ 2147483647 h 1446"/>
                <a:gd name="T8" fmla="*/ 2147483647 w 1961"/>
                <a:gd name="T9" fmla="*/ 2147483647 h 1446"/>
                <a:gd name="T10" fmla="*/ 2147483647 w 1961"/>
                <a:gd name="T11" fmla="*/ 2147483647 h 1446"/>
                <a:gd name="T12" fmla="*/ 2147483647 w 1961"/>
                <a:gd name="T13" fmla="*/ 2147483647 h 1446"/>
                <a:gd name="T14" fmla="*/ 2147483647 w 1961"/>
                <a:gd name="T15" fmla="*/ 2147483647 h 1446"/>
                <a:gd name="T16" fmla="*/ 2147483647 w 1961"/>
                <a:gd name="T17" fmla="*/ 2147483647 h 1446"/>
                <a:gd name="T18" fmla="*/ 2147483647 w 1961"/>
                <a:gd name="T19" fmla="*/ 2147483647 h 1446"/>
                <a:gd name="T20" fmla="*/ 2147483647 w 1961"/>
                <a:gd name="T21" fmla="*/ 2147483647 h 1446"/>
                <a:gd name="T22" fmla="*/ 2147483647 w 1961"/>
                <a:gd name="T23" fmla="*/ 2147483647 h 1446"/>
                <a:gd name="T24" fmla="*/ 2147483647 w 1961"/>
                <a:gd name="T25" fmla="*/ 2147483647 h 1446"/>
                <a:gd name="T26" fmla="*/ 2147483647 w 1961"/>
                <a:gd name="T27" fmla="*/ 2147483647 h 1446"/>
                <a:gd name="T28" fmla="*/ 2147483647 w 1961"/>
                <a:gd name="T29" fmla="*/ 2147483647 h 1446"/>
                <a:gd name="T30" fmla="*/ 2147483647 w 1961"/>
                <a:gd name="T31" fmla="*/ 2147483647 h 1446"/>
                <a:gd name="T32" fmla="*/ 2147483647 w 1961"/>
                <a:gd name="T33" fmla="*/ 2147483647 h 1446"/>
                <a:gd name="T34" fmla="*/ 2147483647 w 1961"/>
                <a:gd name="T35" fmla="*/ 2147483647 h 1446"/>
                <a:gd name="T36" fmla="*/ 2147483647 w 1961"/>
                <a:gd name="T37" fmla="*/ 2147483647 h 1446"/>
                <a:gd name="T38" fmla="*/ 2147483647 w 1961"/>
                <a:gd name="T39" fmla="*/ 2147483647 h 1446"/>
                <a:gd name="T40" fmla="*/ 2147483647 w 1961"/>
                <a:gd name="T41" fmla="*/ 2147483647 h 1446"/>
                <a:gd name="T42" fmla="*/ 2147483647 w 1961"/>
                <a:gd name="T43" fmla="*/ 2147483647 h 1446"/>
                <a:gd name="T44" fmla="*/ 2147483647 w 1961"/>
                <a:gd name="T45" fmla="*/ 2147483647 h 1446"/>
                <a:gd name="T46" fmla="*/ 2147483647 w 1961"/>
                <a:gd name="T47" fmla="*/ 2147483647 h 1446"/>
                <a:gd name="T48" fmla="*/ 2147483647 w 1961"/>
                <a:gd name="T49" fmla="*/ 2147483647 h 1446"/>
                <a:gd name="T50" fmla="*/ 2147483647 w 1961"/>
                <a:gd name="T51" fmla="*/ 2147483647 h 1446"/>
                <a:gd name="T52" fmla="*/ 2147483647 w 1961"/>
                <a:gd name="T53" fmla="*/ 2147483647 h 1446"/>
                <a:gd name="T54" fmla="*/ 2147483647 w 1961"/>
                <a:gd name="T55" fmla="*/ 2147483647 h 1446"/>
                <a:gd name="T56" fmla="*/ 2147483647 w 1961"/>
                <a:gd name="T57" fmla="*/ 2147483647 h 1446"/>
                <a:gd name="T58" fmla="*/ 2147483647 w 1961"/>
                <a:gd name="T59" fmla="*/ 2147483647 h 1446"/>
                <a:gd name="T60" fmla="*/ 0 w 1961"/>
                <a:gd name="T61" fmla="*/ 2147483647 h 1446"/>
                <a:gd name="T62" fmla="*/ 2147483647 w 1961"/>
                <a:gd name="T63" fmla="*/ 2147483647 h 1446"/>
                <a:gd name="T64" fmla="*/ 2147483647 w 1961"/>
                <a:gd name="T65" fmla="*/ 2147483647 h 1446"/>
                <a:gd name="T66" fmla="*/ 2147483647 w 1961"/>
                <a:gd name="T67" fmla="*/ 2147483647 h 1446"/>
                <a:gd name="T68" fmla="*/ 2147483647 w 1961"/>
                <a:gd name="T69" fmla="*/ 2147483647 h 1446"/>
                <a:gd name="T70" fmla="*/ 2147483647 w 1961"/>
                <a:gd name="T71" fmla="*/ 0 h 1446"/>
                <a:gd name="T72" fmla="*/ 2147483647 w 1961"/>
                <a:gd name="T73" fmla="*/ 0 h 1446"/>
                <a:gd name="T74" fmla="*/ 2147483647 w 1961"/>
                <a:gd name="T75" fmla="*/ 2147483647 h 1446"/>
                <a:gd name="T76" fmla="*/ 2147483647 w 1961"/>
                <a:gd name="T77" fmla="*/ 2147483647 h 1446"/>
                <a:gd name="T78" fmla="*/ 2147483647 w 1961"/>
                <a:gd name="T79" fmla="*/ 2147483647 h 1446"/>
                <a:gd name="T80" fmla="*/ 2147483647 w 1961"/>
                <a:gd name="T81" fmla="*/ 2147483647 h 1446"/>
                <a:gd name="T82" fmla="*/ 2147483647 w 1961"/>
                <a:gd name="T83" fmla="*/ 2147483647 h 1446"/>
                <a:gd name="T84" fmla="*/ 2147483647 w 1961"/>
                <a:gd name="T85" fmla="*/ 2147483647 h 1446"/>
                <a:gd name="T86" fmla="*/ 2147483647 w 1961"/>
                <a:gd name="T87" fmla="*/ 2147483647 h 14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61"/>
                <a:gd name="T133" fmla="*/ 0 h 1446"/>
                <a:gd name="T134" fmla="*/ 1961 w 1961"/>
                <a:gd name="T135" fmla="*/ 1446 h 14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61" h="1446">
                  <a:moveTo>
                    <a:pt x="1332" y="140"/>
                  </a:moveTo>
                  <a:lnTo>
                    <a:pt x="1374" y="210"/>
                  </a:lnTo>
                  <a:lnTo>
                    <a:pt x="1357" y="365"/>
                  </a:lnTo>
                  <a:lnTo>
                    <a:pt x="1574" y="349"/>
                  </a:lnTo>
                  <a:lnTo>
                    <a:pt x="1713" y="420"/>
                  </a:lnTo>
                  <a:lnTo>
                    <a:pt x="1761" y="534"/>
                  </a:lnTo>
                  <a:lnTo>
                    <a:pt x="1906" y="543"/>
                  </a:lnTo>
                  <a:lnTo>
                    <a:pt x="1923" y="598"/>
                  </a:lnTo>
                  <a:lnTo>
                    <a:pt x="1800" y="687"/>
                  </a:lnTo>
                  <a:lnTo>
                    <a:pt x="1761" y="817"/>
                  </a:lnTo>
                  <a:lnTo>
                    <a:pt x="1938" y="897"/>
                  </a:lnTo>
                  <a:lnTo>
                    <a:pt x="1961" y="994"/>
                  </a:lnTo>
                  <a:lnTo>
                    <a:pt x="1841" y="1091"/>
                  </a:lnTo>
                  <a:lnTo>
                    <a:pt x="1841" y="1189"/>
                  </a:lnTo>
                  <a:lnTo>
                    <a:pt x="1703" y="1276"/>
                  </a:lnTo>
                  <a:lnTo>
                    <a:pt x="1616" y="1221"/>
                  </a:lnTo>
                  <a:lnTo>
                    <a:pt x="1503" y="1242"/>
                  </a:lnTo>
                  <a:lnTo>
                    <a:pt x="1391" y="1350"/>
                  </a:lnTo>
                  <a:lnTo>
                    <a:pt x="1222" y="1350"/>
                  </a:lnTo>
                  <a:lnTo>
                    <a:pt x="1084" y="1446"/>
                  </a:lnTo>
                  <a:lnTo>
                    <a:pt x="1003" y="1333"/>
                  </a:lnTo>
                  <a:lnTo>
                    <a:pt x="1090" y="1276"/>
                  </a:lnTo>
                  <a:lnTo>
                    <a:pt x="977" y="1210"/>
                  </a:lnTo>
                  <a:lnTo>
                    <a:pt x="880" y="1268"/>
                  </a:lnTo>
                  <a:lnTo>
                    <a:pt x="783" y="1189"/>
                  </a:lnTo>
                  <a:lnTo>
                    <a:pt x="670" y="1195"/>
                  </a:lnTo>
                  <a:lnTo>
                    <a:pt x="445" y="1001"/>
                  </a:lnTo>
                  <a:lnTo>
                    <a:pt x="202" y="937"/>
                  </a:lnTo>
                  <a:lnTo>
                    <a:pt x="77" y="920"/>
                  </a:lnTo>
                  <a:lnTo>
                    <a:pt x="47" y="752"/>
                  </a:lnTo>
                  <a:lnTo>
                    <a:pt x="0" y="500"/>
                  </a:lnTo>
                  <a:lnTo>
                    <a:pt x="123" y="349"/>
                  </a:lnTo>
                  <a:lnTo>
                    <a:pt x="170" y="284"/>
                  </a:lnTo>
                  <a:lnTo>
                    <a:pt x="322" y="269"/>
                  </a:lnTo>
                  <a:lnTo>
                    <a:pt x="299" y="155"/>
                  </a:lnTo>
                  <a:lnTo>
                    <a:pt x="386" y="0"/>
                  </a:lnTo>
                  <a:lnTo>
                    <a:pt x="628" y="0"/>
                  </a:lnTo>
                  <a:lnTo>
                    <a:pt x="719" y="75"/>
                  </a:lnTo>
                  <a:lnTo>
                    <a:pt x="832" y="49"/>
                  </a:lnTo>
                  <a:lnTo>
                    <a:pt x="912" y="108"/>
                  </a:lnTo>
                  <a:lnTo>
                    <a:pt x="1052" y="155"/>
                  </a:lnTo>
                  <a:lnTo>
                    <a:pt x="1122" y="59"/>
                  </a:lnTo>
                  <a:lnTo>
                    <a:pt x="1196" y="26"/>
                  </a:lnTo>
                  <a:lnTo>
                    <a:pt x="1332" y="14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4" name="Freeform 15"/>
            <p:cNvSpPr>
              <a:spLocks noChangeAspect="1"/>
            </p:cNvSpPr>
            <p:nvPr/>
          </p:nvSpPr>
          <p:spPr bwMode="auto">
            <a:xfrm>
              <a:off x="3875088" y="3138488"/>
              <a:ext cx="1273175" cy="793750"/>
            </a:xfrm>
            <a:custGeom>
              <a:avLst/>
              <a:gdLst>
                <a:gd name="T0" fmla="*/ 2147483647 w 3197"/>
                <a:gd name="T1" fmla="*/ 2147483647 h 2268"/>
                <a:gd name="T2" fmla="*/ 2147483647 w 3197"/>
                <a:gd name="T3" fmla="*/ 2147483647 h 2268"/>
                <a:gd name="T4" fmla="*/ 2147483647 w 3197"/>
                <a:gd name="T5" fmla="*/ 2147483647 h 2268"/>
                <a:gd name="T6" fmla="*/ 2147483647 w 3197"/>
                <a:gd name="T7" fmla="*/ 2147483647 h 2268"/>
                <a:gd name="T8" fmla="*/ 2147483647 w 3197"/>
                <a:gd name="T9" fmla="*/ 2147483647 h 2268"/>
                <a:gd name="T10" fmla="*/ 2147483647 w 3197"/>
                <a:gd name="T11" fmla="*/ 2147483647 h 2268"/>
                <a:gd name="T12" fmla="*/ 2147483647 w 3197"/>
                <a:gd name="T13" fmla="*/ 2147483647 h 2268"/>
                <a:gd name="T14" fmla="*/ 2147483647 w 3197"/>
                <a:gd name="T15" fmla="*/ 2147483647 h 2268"/>
                <a:gd name="T16" fmla="*/ 2147483647 w 3197"/>
                <a:gd name="T17" fmla="*/ 0 h 2268"/>
                <a:gd name="T18" fmla="*/ 2147483647 w 3197"/>
                <a:gd name="T19" fmla="*/ 2147483647 h 2268"/>
                <a:gd name="T20" fmla="*/ 2147483647 w 3197"/>
                <a:gd name="T21" fmla="*/ 2147483647 h 2268"/>
                <a:gd name="T22" fmla="*/ 2147483647 w 3197"/>
                <a:gd name="T23" fmla="*/ 2147483647 h 2268"/>
                <a:gd name="T24" fmla="*/ 2147483647 w 3197"/>
                <a:gd name="T25" fmla="*/ 2147483647 h 2268"/>
                <a:gd name="T26" fmla="*/ 2147483647 w 3197"/>
                <a:gd name="T27" fmla="*/ 2147483647 h 2268"/>
                <a:gd name="T28" fmla="*/ 2147483647 w 3197"/>
                <a:gd name="T29" fmla="*/ 2147483647 h 2268"/>
                <a:gd name="T30" fmla="*/ 2147483647 w 3197"/>
                <a:gd name="T31" fmla="*/ 2147483647 h 2268"/>
                <a:gd name="T32" fmla="*/ 2147483647 w 3197"/>
                <a:gd name="T33" fmla="*/ 2147483647 h 2268"/>
                <a:gd name="T34" fmla="*/ 2147483647 w 3197"/>
                <a:gd name="T35" fmla="*/ 2147483647 h 2268"/>
                <a:gd name="T36" fmla="*/ 2147483647 w 3197"/>
                <a:gd name="T37" fmla="*/ 2147483647 h 2268"/>
                <a:gd name="T38" fmla="*/ 2147483647 w 3197"/>
                <a:gd name="T39" fmla="*/ 2147483647 h 2268"/>
                <a:gd name="T40" fmla="*/ 2147483647 w 3197"/>
                <a:gd name="T41" fmla="*/ 2147483647 h 2268"/>
                <a:gd name="T42" fmla="*/ 2147483647 w 3197"/>
                <a:gd name="T43" fmla="*/ 2147483647 h 2268"/>
                <a:gd name="T44" fmla="*/ 2147483647 w 3197"/>
                <a:gd name="T45" fmla="*/ 2147483647 h 2268"/>
                <a:gd name="T46" fmla="*/ 2147483647 w 3197"/>
                <a:gd name="T47" fmla="*/ 2147483647 h 2268"/>
                <a:gd name="T48" fmla="*/ 2147483647 w 3197"/>
                <a:gd name="T49" fmla="*/ 2147483647 h 2268"/>
                <a:gd name="T50" fmla="*/ 2147483647 w 3197"/>
                <a:gd name="T51" fmla="*/ 2147483647 h 2268"/>
                <a:gd name="T52" fmla="*/ 2147483647 w 3197"/>
                <a:gd name="T53" fmla="*/ 2147483647 h 2268"/>
                <a:gd name="T54" fmla="*/ 2147483647 w 3197"/>
                <a:gd name="T55" fmla="*/ 2147483647 h 2268"/>
                <a:gd name="T56" fmla="*/ 2147483647 w 3197"/>
                <a:gd name="T57" fmla="*/ 2147483647 h 2268"/>
                <a:gd name="T58" fmla="*/ 2147483647 w 3197"/>
                <a:gd name="T59" fmla="*/ 2147483647 h 2268"/>
                <a:gd name="T60" fmla="*/ 2147483647 w 3197"/>
                <a:gd name="T61" fmla="*/ 2147483647 h 2268"/>
                <a:gd name="T62" fmla="*/ 2147483647 w 3197"/>
                <a:gd name="T63" fmla="*/ 2147483647 h 2268"/>
                <a:gd name="T64" fmla="*/ 2147483647 w 3197"/>
                <a:gd name="T65" fmla="*/ 2147483647 h 2268"/>
                <a:gd name="T66" fmla="*/ 2147483647 w 3197"/>
                <a:gd name="T67" fmla="*/ 2147483647 h 2268"/>
                <a:gd name="T68" fmla="*/ 2147483647 w 3197"/>
                <a:gd name="T69" fmla="*/ 2147483647 h 2268"/>
                <a:gd name="T70" fmla="*/ 2147483647 w 3197"/>
                <a:gd name="T71" fmla="*/ 2147483647 h 22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97"/>
                <a:gd name="T109" fmla="*/ 0 h 2268"/>
                <a:gd name="T110" fmla="*/ 3197 w 3197"/>
                <a:gd name="T111" fmla="*/ 2268 h 22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97" h="2268">
                  <a:moveTo>
                    <a:pt x="420" y="1930"/>
                  </a:moveTo>
                  <a:lnTo>
                    <a:pt x="374" y="1730"/>
                  </a:lnTo>
                  <a:lnTo>
                    <a:pt x="235" y="1601"/>
                  </a:lnTo>
                  <a:lnTo>
                    <a:pt x="261" y="1478"/>
                  </a:lnTo>
                  <a:lnTo>
                    <a:pt x="212" y="1359"/>
                  </a:lnTo>
                  <a:lnTo>
                    <a:pt x="235" y="1155"/>
                  </a:lnTo>
                  <a:lnTo>
                    <a:pt x="170" y="962"/>
                  </a:lnTo>
                  <a:lnTo>
                    <a:pt x="36" y="833"/>
                  </a:lnTo>
                  <a:lnTo>
                    <a:pt x="0" y="762"/>
                  </a:lnTo>
                  <a:lnTo>
                    <a:pt x="19" y="742"/>
                  </a:lnTo>
                  <a:lnTo>
                    <a:pt x="123" y="381"/>
                  </a:lnTo>
                  <a:lnTo>
                    <a:pt x="244" y="284"/>
                  </a:lnTo>
                  <a:lnTo>
                    <a:pt x="261" y="140"/>
                  </a:lnTo>
                  <a:lnTo>
                    <a:pt x="348" y="64"/>
                  </a:lnTo>
                  <a:lnTo>
                    <a:pt x="461" y="85"/>
                  </a:lnTo>
                  <a:lnTo>
                    <a:pt x="519" y="85"/>
                  </a:lnTo>
                  <a:lnTo>
                    <a:pt x="574" y="0"/>
                  </a:lnTo>
                  <a:lnTo>
                    <a:pt x="649" y="0"/>
                  </a:lnTo>
                  <a:lnTo>
                    <a:pt x="704" y="97"/>
                  </a:lnTo>
                  <a:lnTo>
                    <a:pt x="622" y="268"/>
                  </a:lnTo>
                  <a:lnTo>
                    <a:pt x="729" y="407"/>
                  </a:lnTo>
                  <a:lnTo>
                    <a:pt x="944" y="407"/>
                  </a:lnTo>
                  <a:lnTo>
                    <a:pt x="1052" y="462"/>
                  </a:lnTo>
                  <a:lnTo>
                    <a:pt x="1074" y="600"/>
                  </a:lnTo>
                  <a:lnTo>
                    <a:pt x="1228" y="607"/>
                  </a:lnTo>
                  <a:lnTo>
                    <a:pt x="1309" y="543"/>
                  </a:lnTo>
                  <a:lnTo>
                    <a:pt x="1423" y="645"/>
                  </a:lnTo>
                  <a:lnTo>
                    <a:pt x="1423" y="752"/>
                  </a:lnTo>
                  <a:lnTo>
                    <a:pt x="1493" y="817"/>
                  </a:lnTo>
                  <a:lnTo>
                    <a:pt x="1478" y="929"/>
                  </a:lnTo>
                  <a:lnTo>
                    <a:pt x="1648" y="956"/>
                  </a:lnTo>
                  <a:lnTo>
                    <a:pt x="1826" y="1075"/>
                  </a:lnTo>
                  <a:lnTo>
                    <a:pt x="2042" y="1107"/>
                  </a:lnTo>
                  <a:lnTo>
                    <a:pt x="2229" y="1301"/>
                  </a:lnTo>
                  <a:lnTo>
                    <a:pt x="2481" y="1317"/>
                  </a:lnTo>
                  <a:lnTo>
                    <a:pt x="2625" y="1188"/>
                  </a:lnTo>
                  <a:lnTo>
                    <a:pt x="2665" y="1310"/>
                  </a:lnTo>
                  <a:lnTo>
                    <a:pt x="2787" y="1310"/>
                  </a:lnTo>
                  <a:lnTo>
                    <a:pt x="3019" y="1465"/>
                  </a:lnTo>
                  <a:lnTo>
                    <a:pt x="3030" y="1592"/>
                  </a:lnTo>
                  <a:lnTo>
                    <a:pt x="3197" y="1666"/>
                  </a:lnTo>
                  <a:lnTo>
                    <a:pt x="3191" y="1720"/>
                  </a:lnTo>
                  <a:lnTo>
                    <a:pt x="3003" y="1817"/>
                  </a:lnTo>
                  <a:lnTo>
                    <a:pt x="2971" y="1908"/>
                  </a:lnTo>
                  <a:lnTo>
                    <a:pt x="2835" y="1794"/>
                  </a:lnTo>
                  <a:lnTo>
                    <a:pt x="2761" y="1827"/>
                  </a:lnTo>
                  <a:lnTo>
                    <a:pt x="2691" y="1923"/>
                  </a:lnTo>
                  <a:lnTo>
                    <a:pt x="2551" y="1876"/>
                  </a:lnTo>
                  <a:lnTo>
                    <a:pt x="2471" y="1817"/>
                  </a:lnTo>
                  <a:lnTo>
                    <a:pt x="2358" y="1843"/>
                  </a:lnTo>
                  <a:lnTo>
                    <a:pt x="2267" y="1768"/>
                  </a:lnTo>
                  <a:lnTo>
                    <a:pt x="2025" y="1768"/>
                  </a:lnTo>
                  <a:lnTo>
                    <a:pt x="1938" y="1923"/>
                  </a:lnTo>
                  <a:lnTo>
                    <a:pt x="1961" y="2037"/>
                  </a:lnTo>
                  <a:lnTo>
                    <a:pt x="1809" y="2052"/>
                  </a:lnTo>
                  <a:lnTo>
                    <a:pt x="1762" y="2117"/>
                  </a:lnTo>
                  <a:lnTo>
                    <a:pt x="1639" y="2268"/>
                  </a:lnTo>
                  <a:lnTo>
                    <a:pt x="1632" y="2253"/>
                  </a:lnTo>
                  <a:lnTo>
                    <a:pt x="1639" y="2268"/>
                  </a:lnTo>
                  <a:lnTo>
                    <a:pt x="1584" y="2198"/>
                  </a:lnTo>
                  <a:lnTo>
                    <a:pt x="1413" y="2166"/>
                  </a:lnTo>
                  <a:lnTo>
                    <a:pt x="1300" y="1946"/>
                  </a:lnTo>
                  <a:lnTo>
                    <a:pt x="1187" y="1810"/>
                  </a:lnTo>
                  <a:lnTo>
                    <a:pt x="1107" y="1785"/>
                  </a:lnTo>
                  <a:lnTo>
                    <a:pt x="993" y="1704"/>
                  </a:lnTo>
                  <a:lnTo>
                    <a:pt x="944" y="1785"/>
                  </a:lnTo>
                  <a:lnTo>
                    <a:pt x="777" y="1849"/>
                  </a:lnTo>
                  <a:lnTo>
                    <a:pt x="622" y="1859"/>
                  </a:lnTo>
                  <a:lnTo>
                    <a:pt x="558" y="1930"/>
                  </a:lnTo>
                  <a:lnTo>
                    <a:pt x="422" y="1946"/>
                  </a:lnTo>
                  <a:lnTo>
                    <a:pt x="420" y="193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5" name="Freeform 16"/>
            <p:cNvSpPr>
              <a:spLocks noChangeAspect="1"/>
            </p:cNvSpPr>
            <p:nvPr/>
          </p:nvSpPr>
          <p:spPr bwMode="auto">
            <a:xfrm>
              <a:off x="5070475" y="3087688"/>
              <a:ext cx="320675" cy="95250"/>
            </a:xfrm>
            <a:custGeom>
              <a:avLst/>
              <a:gdLst>
                <a:gd name="T0" fmla="*/ 0 w 797"/>
                <a:gd name="T1" fmla="*/ 0 h 271"/>
                <a:gd name="T2" fmla="*/ 2147483647 w 797"/>
                <a:gd name="T3" fmla="*/ 2147483647 h 271"/>
                <a:gd name="T4" fmla="*/ 2147483647 w 797"/>
                <a:gd name="T5" fmla="*/ 2147483647 h 271"/>
                <a:gd name="T6" fmla="*/ 2147483647 w 797"/>
                <a:gd name="T7" fmla="*/ 2147483647 h 271"/>
                <a:gd name="T8" fmla="*/ 2147483647 w 797"/>
                <a:gd name="T9" fmla="*/ 2147483647 h 271"/>
                <a:gd name="T10" fmla="*/ 2147483647 w 797"/>
                <a:gd name="T11" fmla="*/ 2147483647 h 271"/>
                <a:gd name="T12" fmla="*/ 2147483647 w 797"/>
                <a:gd name="T13" fmla="*/ 2147483647 h 271"/>
                <a:gd name="T14" fmla="*/ 2147483647 w 797"/>
                <a:gd name="T15" fmla="*/ 2147483647 h 271"/>
                <a:gd name="T16" fmla="*/ 2147483647 w 797"/>
                <a:gd name="T17" fmla="*/ 2147483647 h 271"/>
                <a:gd name="T18" fmla="*/ 0 w 797"/>
                <a:gd name="T19" fmla="*/ 0 h 2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97"/>
                <a:gd name="T31" fmla="*/ 0 h 271"/>
                <a:gd name="T32" fmla="*/ 797 w 797"/>
                <a:gd name="T33" fmla="*/ 271 h 2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97" h="271">
                  <a:moveTo>
                    <a:pt x="0" y="0"/>
                  </a:moveTo>
                  <a:lnTo>
                    <a:pt x="65" y="64"/>
                  </a:lnTo>
                  <a:lnTo>
                    <a:pt x="74" y="195"/>
                  </a:lnTo>
                  <a:lnTo>
                    <a:pt x="161" y="239"/>
                  </a:lnTo>
                  <a:lnTo>
                    <a:pt x="252" y="55"/>
                  </a:lnTo>
                  <a:lnTo>
                    <a:pt x="355" y="142"/>
                  </a:lnTo>
                  <a:lnTo>
                    <a:pt x="430" y="259"/>
                  </a:lnTo>
                  <a:lnTo>
                    <a:pt x="623" y="217"/>
                  </a:lnTo>
                  <a:lnTo>
                    <a:pt x="797" y="271"/>
                  </a:lnTo>
                  <a:lnTo>
                    <a:pt x="0" y="0"/>
                  </a:lnTo>
                  <a:close/>
                </a:path>
              </a:pathLst>
            </a:custGeom>
            <a:solidFill>
              <a:srgbClr val="628711"/>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6" name="Freeform 17"/>
            <p:cNvSpPr>
              <a:spLocks noChangeAspect="1"/>
            </p:cNvSpPr>
            <p:nvPr/>
          </p:nvSpPr>
          <p:spPr bwMode="auto">
            <a:xfrm>
              <a:off x="4457700" y="4079875"/>
              <a:ext cx="585788" cy="373063"/>
            </a:xfrm>
            <a:custGeom>
              <a:avLst/>
              <a:gdLst>
                <a:gd name="T0" fmla="*/ 2147483647 w 1461"/>
                <a:gd name="T1" fmla="*/ 2147483647 h 1066"/>
                <a:gd name="T2" fmla="*/ 2147483647 w 1461"/>
                <a:gd name="T3" fmla="*/ 2147483647 h 1066"/>
                <a:gd name="T4" fmla="*/ 2147483647 w 1461"/>
                <a:gd name="T5" fmla="*/ 2147483647 h 1066"/>
                <a:gd name="T6" fmla="*/ 2147483647 w 1461"/>
                <a:gd name="T7" fmla="*/ 2147483647 h 1066"/>
                <a:gd name="T8" fmla="*/ 2147483647 w 1461"/>
                <a:gd name="T9" fmla="*/ 2147483647 h 1066"/>
                <a:gd name="T10" fmla="*/ 2147483647 w 1461"/>
                <a:gd name="T11" fmla="*/ 2147483647 h 1066"/>
                <a:gd name="T12" fmla="*/ 2147483647 w 1461"/>
                <a:gd name="T13" fmla="*/ 2147483647 h 1066"/>
                <a:gd name="T14" fmla="*/ 0 w 1461"/>
                <a:gd name="T15" fmla="*/ 2147483647 h 1066"/>
                <a:gd name="T16" fmla="*/ 2147483647 w 1461"/>
                <a:gd name="T17" fmla="*/ 2147483647 h 1066"/>
                <a:gd name="T18" fmla="*/ 2147483647 w 1461"/>
                <a:gd name="T19" fmla="*/ 2147483647 h 1066"/>
                <a:gd name="T20" fmla="*/ 2147483647 w 1461"/>
                <a:gd name="T21" fmla="*/ 2147483647 h 1066"/>
                <a:gd name="T22" fmla="*/ 2147483647 w 1461"/>
                <a:gd name="T23" fmla="*/ 2147483647 h 1066"/>
                <a:gd name="T24" fmla="*/ 2147483647 w 1461"/>
                <a:gd name="T25" fmla="*/ 0 h 1066"/>
                <a:gd name="T26" fmla="*/ 2147483647 w 1461"/>
                <a:gd name="T27" fmla="*/ 2147483647 h 1066"/>
                <a:gd name="T28" fmla="*/ 2147483647 w 1461"/>
                <a:gd name="T29" fmla="*/ 2147483647 h 1066"/>
                <a:gd name="T30" fmla="*/ 2147483647 w 1461"/>
                <a:gd name="T31" fmla="*/ 2147483647 h 1066"/>
                <a:gd name="T32" fmla="*/ 2147483647 w 1461"/>
                <a:gd name="T33" fmla="*/ 2147483647 h 1066"/>
                <a:gd name="T34" fmla="*/ 2147483647 w 1461"/>
                <a:gd name="T35" fmla="*/ 2147483647 h 1066"/>
                <a:gd name="T36" fmla="*/ 2147483647 w 1461"/>
                <a:gd name="T37" fmla="*/ 2147483647 h 1066"/>
                <a:gd name="T38" fmla="*/ 2147483647 w 1461"/>
                <a:gd name="T39" fmla="*/ 2147483647 h 1066"/>
                <a:gd name="T40" fmla="*/ 2147483647 w 1461"/>
                <a:gd name="T41" fmla="*/ 2147483647 h 1066"/>
                <a:gd name="T42" fmla="*/ 2147483647 w 1461"/>
                <a:gd name="T43" fmla="*/ 2147483647 h 1066"/>
                <a:gd name="T44" fmla="*/ 2147483647 w 1461"/>
                <a:gd name="T45" fmla="*/ 2147483647 h 1066"/>
                <a:gd name="T46" fmla="*/ 2147483647 w 1461"/>
                <a:gd name="T47" fmla="*/ 2147483647 h 1066"/>
                <a:gd name="T48" fmla="*/ 2147483647 w 1461"/>
                <a:gd name="T49" fmla="*/ 2147483647 h 1066"/>
                <a:gd name="T50" fmla="*/ 2147483647 w 1461"/>
                <a:gd name="T51" fmla="*/ 2147483647 h 1066"/>
                <a:gd name="T52" fmla="*/ 2147483647 w 1461"/>
                <a:gd name="T53" fmla="*/ 2147483647 h 1066"/>
                <a:gd name="T54" fmla="*/ 2147483647 w 1461"/>
                <a:gd name="T55" fmla="*/ 2147483647 h 1066"/>
                <a:gd name="T56" fmla="*/ 2147483647 w 1461"/>
                <a:gd name="T57" fmla="*/ 2147483647 h 1066"/>
                <a:gd name="T58" fmla="*/ 2147483647 w 1461"/>
                <a:gd name="T59" fmla="*/ 2147483647 h 1066"/>
                <a:gd name="T60" fmla="*/ 2147483647 w 1461"/>
                <a:gd name="T61" fmla="*/ 2147483647 h 1066"/>
                <a:gd name="T62" fmla="*/ 2147483647 w 1461"/>
                <a:gd name="T63" fmla="*/ 2147483647 h 1066"/>
                <a:gd name="T64" fmla="*/ 2147483647 w 1461"/>
                <a:gd name="T65" fmla="*/ 2147483647 h 1066"/>
                <a:gd name="T66" fmla="*/ 2147483647 w 1461"/>
                <a:gd name="T67" fmla="*/ 2147483647 h 1066"/>
                <a:gd name="T68" fmla="*/ 2147483647 w 1461"/>
                <a:gd name="T69" fmla="*/ 2147483647 h 106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61"/>
                <a:gd name="T106" fmla="*/ 0 h 1066"/>
                <a:gd name="T107" fmla="*/ 1461 w 1461"/>
                <a:gd name="T108" fmla="*/ 1066 h 106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61" h="1066">
                  <a:moveTo>
                    <a:pt x="310" y="984"/>
                  </a:moveTo>
                  <a:lnTo>
                    <a:pt x="119" y="816"/>
                  </a:lnTo>
                  <a:lnTo>
                    <a:pt x="232" y="752"/>
                  </a:lnTo>
                  <a:lnTo>
                    <a:pt x="39" y="720"/>
                  </a:lnTo>
                  <a:lnTo>
                    <a:pt x="22" y="723"/>
                  </a:lnTo>
                  <a:lnTo>
                    <a:pt x="22" y="646"/>
                  </a:lnTo>
                  <a:lnTo>
                    <a:pt x="81" y="606"/>
                  </a:lnTo>
                  <a:lnTo>
                    <a:pt x="0" y="462"/>
                  </a:lnTo>
                  <a:lnTo>
                    <a:pt x="22" y="322"/>
                  </a:lnTo>
                  <a:lnTo>
                    <a:pt x="242" y="226"/>
                  </a:lnTo>
                  <a:lnTo>
                    <a:pt x="200" y="146"/>
                  </a:lnTo>
                  <a:lnTo>
                    <a:pt x="248" y="42"/>
                  </a:lnTo>
                  <a:lnTo>
                    <a:pt x="245" y="0"/>
                  </a:lnTo>
                  <a:lnTo>
                    <a:pt x="370" y="17"/>
                  </a:lnTo>
                  <a:lnTo>
                    <a:pt x="613" y="81"/>
                  </a:lnTo>
                  <a:lnTo>
                    <a:pt x="838" y="275"/>
                  </a:lnTo>
                  <a:lnTo>
                    <a:pt x="951" y="269"/>
                  </a:lnTo>
                  <a:lnTo>
                    <a:pt x="1048" y="348"/>
                  </a:lnTo>
                  <a:lnTo>
                    <a:pt x="1145" y="290"/>
                  </a:lnTo>
                  <a:lnTo>
                    <a:pt x="1258" y="356"/>
                  </a:lnTo>
                  <a:lnTo>
                    <a:pt x="1171" y="413"/>
                  </a:lnTo>
                  <a:lnTo>
                    <a:pt x="1252" y="526"/>
                  </a:lnTo>
                  <a:lnTo>
                    <a:pt x="1390" y="430"/>
                  </a:lnTo>
                  <a:lnTo>
                    <a:pt x="1461" y="526"/>
                  </a:lnTo>
                  <a:lnTo>
                    <a:pt x="1461" y="862"/>
                  </a:lnTo>
                  <a:lnTo>
                    <a:pt x="1387" y="903"/>
                  </a:lnTo>
                  <a:lnTo>
                    <a:pt x="1355" y="968"/>
                  </a:lnTo>
                  <a:lnTo>
                    <a:pt x="1161" y="968"/>
                  </a:lnTo>
                  <a:lnTo>
                    <a:pt x="1058" y="1066"/>
                  </a:lnTo>
                  <a:lnTo>
                    <a:pt x="957" y="1011"/>
                  </a:lnTo>
                  <a:lnTo>
                    <a:pt x="925" y="903"/>
                  </a:lnTo>
                  <a:lnTo>
                    <a:pt x="781" y="848"/>
                  </a:lnTo>
                  <a:lnTo>
                    <a:pt x="499" y="994"/>
                  </a:lnTo>
                  <a:lnTo>
                    <a:pt x="387" y="952"/>
                  </a:lnTo>
                  <a:lnTo>
                    <a:pt x="310" y="98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7" name="Freeform 18"/>
            <p:cNvSpPr>
              <a:spLocks noChangeAspect="1"/>
            </p:cNvSpPr>
            <p:nvPr/>
          </p:nvSpPr>
          <p:spPr bwMode="auto">
            <a:xfrm>
              <a:off x="4953000" y="4560888"/>
              <a:ext cx="384175" cy="327025"/>
            </a:xfrm>
            <a:custGeom>
              <a:avLst/>
              <a:gdLst>
                <a:gd name="T0" fmla="*/ 0 w 952"/>
                <a:gd name="T1" fmla="*/ 2147483647 h 933"/>
                <a:gd name="T2" fmla="*/ 0 w 952"/>
                <a:gd name="T3" fmla="*/ 2147483647 h 933"/>
                <a:gd name="T4" fmla="*/ 2147483647 w 952"/>
                <a:gd name="T5" fmla="*/ 2147483647 h 933"/>
                <a:gd name="T6" fmla="*/ 2147483647 w 952"/>
                <a:gd name="T7" fmla="*/ 2147483647 h 933"/>
                <a:gd name="T8" fmla="*/ 2147483647 w 952"/>
                <a:gd name="T9" fmla="*/ 2147483647 h 933"/>
                <a:gd name="T10" fmla="*/ 2147483647 w 952"/>
                <a:gd name="T11" fmla="*/ 2147483647 h 933"/>
                <a:gd name="T12" fmla="*/ 2147483647 w 952"/>
                <a:gd name="T13" fmla="*/ 2147483647 h 933"/>
                <a:gd name="T14" fmla="*/ 2147483647 w 952"/>
                <a:gd name="T15" fmla="*/ 2147483647 h 933"/>
                <a:gd name="T16" fmla="*/ 2147483647 w 952"/>
                <a:gd name="T17" fmla="*/ 2147483647 h 933"/>
                <a:gd name="T18" fmla="*/ 2147483647 w 952"/>
                <a:gd name="T19" fmla="*/ 0 h 933"/>
                <a:gd name="T20" fmla="*/ 2147483647 w 952"/>
                <a:gd name="T21" fmla="*/ 2147483647 h 933"/>
                <a:gd name="T22" fmla="*/ 2147483647 w 952"/>
                <a:gd name="T23" fmla="*/ 2147483647 h 933"/>
                <a:gd name="T24" fmla="*/ 2147483647 w 952"/>
                <a:gd name="T25" fmla="*/ 2147483647 h 933"/>
                <a:gd name="T26" fmla="*/ 2147483647 w 952"/>
                <a:gd name="T27" fmla="*/ 2147483647 h 933"/>
                <a:gd name="T28" fmla="*/ 2147483647 w 952"/>
                <a:gd name="T29" fmla="*/ 2147483647 h 933"/>
                <a:gd name="T30" fmla="*/ 2147483647 w 952"/>
                <a:gd name="T31" fmla="*/ 2147483647 h 933"/>
                <a:gd name="T32" fmla="*/ 2147483647 w 952"/>
                <a:gd name="T33" fmla="*/ 2147483647 h 933"/>
                <a:gd name="T34" fmla="*/ 2147483647 w 952"/>
                <a:gd name="T35" fmla="*/ 2147483647 h 933"/>
                <a:gd name="T36" fmla="*/ 2147483647 w 952"/>
                <a:gd name="T37" fmla="*/ 2147483647 h 933"/>
                <a:gd name="T38" fmla="*/ 2147483647 w 952"/>
                <a:gd name="T39" fmla="*/ 2147483647 h 933"/>
                <a:gd name="T40" fmla="*/ 2147483647 w 952"/>
                <a:gd name="T41" fmla="*/ 2147483647 h 933"/>
                <a:gd name="T42" fmla="*/ 2147483647 w 952"/>
                <a:gd name="T43" fmla="*/ 2147483647 h 933"/>
                <a:gd name="T44" fmla="*/ 2147483647 w 952"/>
                <a:gd name="T45" fmla="*/ 2147483647 h 933"/>
                <a:gd name="T46" fmla="*/ 2147483647 w 952"/>
                <a:gd name="T47" fmla="*/ 2147483647 h 933"/>
                <a:gd name="T48" fmla="*/ 2147483647 w 952"/>
                <a:gd name="T49" fmla="*/ 2147483647 h 933"/>
                <a:gd name="T50" fmla="*/ 2147483647 w 952"/>
                <a:gd name="T51" fmla="*/ 2147483647 h 933"/>
                <a:gd name="T52" fmla="*/ 2147483647 w 952"/>
                <a:gd name="T53" fmla="*/ 2147483647 h 933"/>
                <a:gd name="T54" fmla="*/ 2147483647 w 952"/>
                <a:gd name="T55" fmla="*/ 2147483647 h 933"/>
                <a:gd name="T56" fmla="*/ 2147483647 w 952"/>
                <a:gd name="T57" fmla="*/ 2147483647 h 933"/>
                <a:gd name="T58" fmla="*/ 0 w 952"/>
                <a:gd name="T59" fmla="*/ 2147483647 h 93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52"/>
                <a:gd name="T91" fmla="*/ 0 h 933"/>
                <a:gd name="T92" fmla="*/ 952 w 952"/>
                <a:gd name="T93" fmla="*/ 933 h 93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52" h="933">
                  <a:moveTo>
                    <a:pt x="0" y="545"/>
                  </a:moveTo>
                  <a:lnTo>
                    <a:pt x="0" y="545"/>
                  </a:lnTo>
                  <a:lnTo>
                    <a:pt x="74" y="422"/>
                  </a:lnTo>
                  <a:lnTo>
                    <a:pt x="43" y="388"/>
                  </a:lnTo>
                  <a:lnTo>
                    <a:pt x="59" y="316"/>
                  </a:lnTo>
                  <a:lnTo>
                    <a:pt x="210" y="274"/>
                  </a:lnTo>
                  <a:lnTo>
                    <a:pt x="397" y="162"/>
                  </a:lnTo>
                  <a:lnTo>
                    <a:pt x="462" y="43"/>
                  </a:lnTo>
                  <a:lnTo>
                    <a:pt x="526" y="32"/>
                  </a:lnTo>
                  <a:lnTo>
                    <a:pt x="530" y="0"/>
                  </a:lnTo>
                  <a:lnTo>
                    <a:pt x="755" y="75"/>
                  </a:lnTo>
                  <a:lnTo>
                    <a:pt x="613" y="252"/>
                  </a:lnTo>
                  <a:lnTo>
                    <a:pt x="736" y="382"/>
                  </a:lnTo>
                  <a:lnTo>
                    <a:pt x="776" y="291"/>
                  </a:lnTo>
                  <a:lnTo>
                    <a:pt x="823" y="284"/>
                  </a:lnTo>
                  <a:lnTo>
                    <a:pt x="808" y="430"/>
                  </a:lnTo>
                  <a:lnTo>
                    <a:pt x="952" y="566"/>
                  </a:lnTo>
                  <a:lnTo>
                    <a:pt x="882" y="623"/>
                  </a:lnTo>
                  <a:lnTo>
                    <a:pt x="882" y="687"/>
                  </a:lnTo>
                  <a:lnTo>
                    <a:pt x="907" y="704"/>
                  </a:lnTo>
                  <a:lnTo>
                    <a:pt x="855" y="849"/>
                  </a:lnTo>
                  <a:lnTo>
                    <a:pt x="662" y="849"/>
                  </a:lnTo>
                  <a:lnTo>
                    <a:pt x="526" y="933"/>
                  </a:lnTo>
                  <a:lnTo>
                    <a:pt x="437" y="855"/>
                  </a:lnTo>
                  <a:lnTo>
                    <a:pt x="388" y="759"/>
                  </a:lnTo>
                  <a:lnTo>
                    <a:pt x="301" y="823"/>
                  </a:lnTo>
                  <a:lnTo>
                    <a:pt x="146" y="742"/>
                  </a:lnTo>
                  <a:lnTo>
                    <a:pt x="140" y="645"/>
                  </a:lnTo>
                  <a:lnTo>
                    <a:pt x="49" y="623"/>
                  </a:lnTo>
                  <a:lnTo>
                    <a:pt x="0" y="54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8" name="Freeform 19"/>
            <p:cNvSpPr>
              <a:spLocks noChangeAspect="1"/>
            </p:cNvSpPr>
            <p:nvPr/>
          </p:nvSpPr>
          <p:spPr bwMode="auto">
            <a:xfrm>
              <a:off x="4178300" y="3887788"/>
              <a:ext cx="381000" cy="492125"/>
            </a:xfrm>
            <a:custGeom>
              <a:avLst/>
              <a:gdLst>
                <a:gd name="T0" fmla="*/ 2147483647 w 958"/>
                <a:gd name="T1" fmla="*/ 2147483647 h 1405"/>
                <a:gd name="T2" fmla="*/ 2147483647 w 958"/>
                <a:gd name="T3" fmla="*/ 2147483647 h 1405"/>
                <a:gd name="T4" fmla="*/ 2147483647 w 958"/>
                <a:gd name="T5" fmla="*/ 2147483647 h 1405"/>
                <a:gd name="T6" fmla="*/ 2147483647 w 958"/>
                <a:gd name="T7" fmla="*/ 2147483647 h 1405"/>
                <a:gd name="T8" fmla="*/ 2147483647 w 958"/>
                <a:gd name="T9" fmla="*/ 2147483647 h 1405"/>
                <a:gd name="T10" fmla="*/ 2147483647 w 958"/>
                <a:gd name="T11" fmla="*/ 2147483647 h 1405"/>
                <a:gd name="T12" fmla="*/ 2147483647 w 958"/>
                <a:gd name="T13" fmla="*/ 2147483647 h 1405"/>
                <a:gd name="T14" fmla="*/ 2147483647 w 958"/>
                <a:gd name="T15" fmla="*/ 2147483647 h 1405"/>
                <a:gd name="T16" fmla="*/ 2147483647 w 958"/>
                <a:gd name="T17" fmla="*/ 2147483647 h 1405"/>
                <a:gd name="T18" fmla="*/ 2147483647 w 958"/>
                <a:gd name="T19" fmla="*/ 2147483647 h 1405"/>
                <a:gd name="T20" fmla="*/ 2147483647 w 958"/>
                <a:gd name="T21" fmla="*/ 2147483647 h 1405"/>
                <a:gd name="T22" fmla="*/ 2147483647 w 958"/>
                <a:gd name="T23" fmla="*/ 2147483647 h 1405"/>
                <a:gd name="T24" fmla="*/ 2147483647 w 958"/>
                <a:gd name="T25" fmla="*/ 2147483647 h 1405"/>
                <a:gd name="T26" fmla="*/ 2147483647 w 958"/>
                <a:gd name="T27" fmla="*/ 2147483647 h 1405"/>
                <a:gd name="T28" fmla="*/ 0 w 958"/>
                <a:gd name="T29" fmla="*/ 2147483647 h 1405"/>
                <a:gd name="T30" fmla="*/ 2147483647 w 958"/>
                <a:gd name="T31" fmla="*/ 2147483647 h 1405"/>
                <a:gd name="T32" fmla="*/ 2147483647 w 958"/>
                <a:gd name="T33" fmla="*/ 2147483647 h 1405"/>
                <a:gd name="T34" fmla="*/ 2147483647 w 958"/>
                <a:gd name="T35" fmla="*/ 2147483647 h 1405"/>
                <a:gd name="T36" fmla="*/ 2147483647 w 958"/>
                <a:gd name="T37" fmla="*/ 2147483647 h 1405"/>
                <a:gd name="T38" fmla="*/ 2147483647 w 958"/>
                <a:gd name="T39" fmla="*/ 2147483647 h 1405"/>
                <a:gd name="T40" fmla="*/ 2147483647 w 958"/>
                <a:gd name="T41" fmla="*/ 2147483647 h 1405"/>
                <a:gd name="T42" fmla="*/ 2147483647 w 958"/>
                <a:gd name="T43" fmla="*/ 2147483647 h 1405"/>
                <a:gd name="T44" fmla="*/ 2147483647 w 958"/>
                <a:gd name="T45" fmla="*/ 2147483647 h 1405"/>
                <a:gd name="T46" fmla="*/ 2147483647 w 958"/>
                <a:gd name="T47" fmla="*/ 2147483647 h 1405"/>
                <a:gd name="T48" fmla="*/ 2147483647 w 958"/>
                <a:gd name="T49" fmla="*/ 2147483647 h 1405"/>
                <a:gd name="T50" fmla="*/ 2147483647 w 958"/>
                <a:gd name="T51" fmla="*/ 0 h 1405"/>
                <a:gd name="T52" fmla="*/ 2147483647 w 958"/>
                <a:gd name="T53" fmla="*/ 2147483647 h 1405"/>
                <a:gd name="T54" fmla="*/ 2147483647 w 958"/>
                <a:gd name="T55" fmla="*/ 2147483647 h 1405"/>
                <a:gd name="T56" fmla="*/ 2147483647 w 958"/>
                <a:gd name="T57" fmla="*/ 2147483647 h 1405"/>
                <a:gd name="T58" fmla="*/ 2147483647 w 958"/>
                <a:gd name="T59" fmla="*/ 2147483647 h 1405"/>
                <a:gd name="T60" fmla="*/ 2147483647 w 958"/>
                <a:gd name="T61" fmla="*/ 2147483647 h 1405"/>
                <a:gd name="T62" fmla="*/ 2147483647 w 958"/>
                <a:gd name="T63" fmla="*/ 2147483647 h 1405"/>
                <a:gd name="T64" fmla="*/ 2147483647 w 958"/>
                <a:gd name="T65" fmla="*/ 2147483647 h 1405"/>
                <a:gd name="T66" fmla="*/ 2147483647 w 958"/>
                <a:gd name="T67" fmla="*/ 2147483647 h 1405"/>
                <a:gd name="T68" fmla="*/ 2147483647 w 958"/>
                <a:gd name="T69" fmla="*/ 2147483647 h 140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58"/>
                <a:gd name="T106" fmla="*/ 0 h 1405"/>
                <a:gd name="T107" fmla="*/ 958 w 958"/>
                <a:gd name="T108" fmla="*/ 1405 h 140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58" h="1405">
                  <a:moveTo>
                    <a:pt x="955" y="549"/>
                  </a:moveTo>
                  <a:lnTo>
                    <a:pt x="958" y="591"/>
                  </a:lnTo>
                  <a:lnTo>
                    <a:pt x="910" y="695"/>
                  </a:lnTo>
                  <a:lnTo>
                    <a:pt x="952" y="775"/>
                  </a:lnTo>
                  <a:lnTo>
                    <a:pt x="732" y="871"/>
                  </a:lnTo>
                  <a:lnTo>
                    <a:pt x="710" y="1011"/>
                  </a:lnTo>
                  <a:lnTo>
                    <a:pt x="791" y="1155"/>
                  </a:lnTo>
                  <a:lnTo>
                    <a:pt x="732" y="1195"/>
                  </a:lnTo>
                  <a:lnTo>
                    <a:pt x="732" y="1272"/>
                  </a:lnTo>
                  <a:lnTo>
                    <a:pt x="458" y="1405"/>
                  </a:lnTo>
                  <a:lnTo>
                    <a:pt x="378" y="1372"/>
                  </a:lnTo>
                  <a:lnTo>
                    <a:pt x="361" y="1285"/>
                  </a:lnTo>
                  <a:lnTo>
                    <a:pt x="452" y="1269"/>
                  </a:lnTo>
                  <a:lnTo>
                    <a:pt x="178" y="1091"/>
                  </a:lnTo>
                  <a:lnTo>
                    <a:pt x="0" y="1107"/>
                  </a:lnTo>
                  <a:lnTo>
                    <a:pt x="96" y="979"/>
                  </a:lnTo>
                  <a:lnTo>
                    <a:pt x="81" y="818"/>
                  </a:lnTo>
                  <a:lnTo>
                    <a:pt x="49" y="804"/>
                  </a:lnTo>
                  <a:lnTo>
                    <a:pt x="71" y="672"/>
                  </a:lnTo>
                  <a:lnTo>
                    <a:pt x="178" y="623"/>
                  </a:lnTo>
                  <a:lnTo>
                    <a:pt x="183" y="534"/>
                  </a:lnTo>
                  <a:lnTo>
                    <a:pt x="291" y="485"/>
                  </a:lnTo>
                  <a:lnTo>
                    <a:pt x="291" y="371"/>
                  </a:lnTo>
                  <a:lnTo>
                    <a:pt x="216" y="284"/>
                  </a:lnTo>
                  <a:lnTo>
                    <a:pt x="216" y="108"/>
                  </a:lnTo>
                  <a:lnTo>
                    <a:pt x="323" y="0"/>
                  </a:lnTo>
                  <a:lnTo>
                    <a:pt x="378" y="59"/>
                  </a:lnTo>
                  <a:lnTo>
                    <a:pt x="361" y="172"/>
                  </a:lnTo>
                  <a:lnTo>
                    <a:pt x="554" y="242"/>
                  </a:lnTo>
                  <a:lnTo>
                    <a:pt x="630" y="178"/>
                  </a:lnTo>
                  <a:lnTo>
                    <a:pt x="726" y="236"/>
                  </a:lnTo>
                  <a:lnTo>
                    <a:pt x="871" y="114"/>
                  </a:lnTo>
                  <a:lnTo>
                    <a:pt x="878" y="129"/>
                  </a:lnTo>
                  <a:lnTo>
                    <a:pt x="925" y="381"/>
                  </a:lnTo>
                  <a:lnTo>
                    <a:pt x="955" y="549"/>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199" name="Freeform 20"/>
            <p:cNvSpPr>
              <a:spLocks noChangeAspect="1"/>
            </p:cNvSpPr>
            <p:nvPr/>
          </p:nvSpPr>
          <p:spPr bwMode="auto">
            <a:xfrm>
              <a:off x="3260725" y="2835275"/>
              <a:ext cx="1128713" cy="606425"/>
            </a:xfrm>
            <a:custGeom>
              <a:avLst/>
              <a:gdLst>
                <a:gd name="T0" fmla="*/ 2147483647 w 2832"/>
                <a:gd name="T1" fmla="*/ 2147483647 h 1726"/>
                <a:gd name="T2" fmla="*/ 2147483647 w 2832"/>
                <a:gd name="T3" fmla="*/ 2147483647 h 1726"/>
                <a:gd name="T4" fmla="*/ 2147483647 w 2832"/>
                <a:gd name="T5" fmla="*/ 2147483647 h 1726"/>
                <a:gd name="T6" fmla="*/ 2147483647 w 2832"/>
                <a:gd name="T7" fmla="*/ 2147483647 h 1726"/>
                <a:gd name="T8" fmla="*/ 2147483647 w 2832"/>
                <a:gd name="T9" fmla="*/ 2147483647 h 1726"/>
                <a:gd name="T10" fmla="*/ 2147483647 w 2832"/>
                <a:gd name="T11" fmla="*/ 2147483647 h 1726"/>
                <a:gd name="T12" fmla="*/ 2147483647 w 2832"/>
                <a:gd name="T13" fmla="*/ 2147483647 h 1726"/>
                <a:gd name="T14" fmla="*/ 2147483647 w 2832"/>
                <a:gd name="T15" fmla="*/ 2147483647 h 1726"/>
                <a:gd name="T16" fmla="*/ 2147483647 w 2832"/>
                <a:gd name="T17" fmla="*/ 2147483647 h 1726"/>
                <a:gd name="T18" fmla="*/ 2147483647 w 2832"/>
                <a:gd name="T19" fmla="*/ 2147483647 h 1726"/>
                <a:gd name="T20" fmla="*/ 2147483647 w 2832"/>
                <a:gd name="T21" fmla="*/ 2147483647 h 1726"/>
                <a:gd name="T22" fmla="*/ 2147483647 w 2832"/>
                <a:gd name="T23" fmla="*/ 2147483647 h 1726"/>
                <a:gd name="T24" fmla="*/ 2147483647 w 2832"/>
                <a:gd name="T25" fmla="*/ 2147483647 h 1726"/>
                <a:gd name="T26" fmla="*/ 2147483647 w 2832"/>
                <a:gd name="T27" fmla="*/ 2147483647 h 1726"/>
                <a:gd name="T28" fmla="*/ 2147483647 w 2832"/>
                <a:gd name="T29" fmla="*/ 2147483647 h 1726"/>
                <a:gd name="T30" fmla="*/ 2147483647 w 2832"/>
                <a:gd name="T31" fmla="*/ 2147483647 h 1726"/>
                <a:gd name="T32" fmla="*/ 2147483647 w 2832"/>
                <a:gd name="T33" fmla="*/ 2147483647 h 1726"/>
                <a:gd name="T34" fmla="*/ 2147483647 w 2832"/>
                <a:gd name="T35" fmla="*/ 2147483647 h 1726"/>
                <a:gd name="T36" fmla="*/ 2147483647 w 2832"/>
                <a:gd name="T37" fmla="*/ 2147483647 h 1726"/>
                <a:gd name="T38" fmla="*/ 2147483647 w 2832"/>
                <a:gd name="T39" fmla="*/ 2147483647 h 1726"/>
                <a:gd name="T40" fmla="*/ 2147483647 w 2832"/>
                <a:gd name="T41" fmla="*/ 2147483647 h 1726"/>
                <a:gd name="T42" fmla="*/ 2147483647 w 2832"/>
                <a:gd name="T43" fmla="*/ 2147483647 h 1726"/>
                <a:gd name="T44" fmla="*/ 2147483647 w 2832"/>
                <a:gd name="T45" fmla="*/ 2147483647 h 1726"/>
                <a:gd name="T46" fmla="*/ 2147483647 w 2832"/>
                <a:gd name="T47" fmla="*/ 2147483647 h 1726"/>
                <a:gd name="T48" fmla="*/ 2147483647 w 2832"/>
                <a:gd name="T49" fmla="*/ 2147483647 h 1726"/>
                <a:gd name="T50" fmla="*/ 2147483647 w 2832"/>
                <a:gd name="T51" fmla="*/ 2147483647 h 1726"/>
                <a:gd name="T52" fmla="*/ 2147483647 w 2832"/>
                <a:gd name="T53" fmla="*/ 2147483647 h 1726"/>
                <a:gd name="T54" fmla="*/ 2147483647 w 2832"/>
                <a:gd name="T55" fmla="*/ 2147483647 h 1726"/>
                <a:gd name="T56" fmla="*/ 0 w 2832"/>
                <a:gd name="T57" fmla="*/ 2147483647 h 1726"/>
                <a:gd name="T58" fmla="*/ 2147483647 w 2832"/>
                <a:gd name="T59" fmla="*/ 2147483647 h 1726"/>
                <a:gd name="T60" fmla="*/ 2147483647 w 2832"/>
                <a:gd name="T61" fmla="*/ 2147483647 h 1726"/>
                <a:gd name="T62" fmla="*/ 2147483647 w 2832"/>
                <a:gd name="T63" fmla="*/ 2147483647 h 1726"/>
                <a:gd name="T64" fmla="*/ 2147483647 w 2832"/>
                <a:gd name="T65" fmla="*/ 2147483647 h 1726"/>
                <a:gd name="T66" fmla="*/ 2147483647 w 2832"/>
                <a:gd name="T67" fmla="*/ 2147483647 h 1726"/>
                <a:gd name="T68" fmla="*/ 2147483647 w 2832"/>
                <a:gd name="T69" fmla="*/ 2147483647 h 1726"/>
                <a:gd name="T70" fmla="*/ 2147483647 w 2832"/>
                <a:gd name="T71" fmla="*/ 2147483647 h 1726"/>
                <a:gd name="T72" fmla="*/ 2147483647 w 2832"/>
                <a:gd name="T73" fmla="*/ 2147483647 h 1726"/>
                <a:gd name="T74" fmla="*/ 2147483647 w 2832"/>
                <a:gd name="T75" fmla="*/ 2147483647 h 1726"/>
                <a:gd name="T76" fmla="*/ 2147483647 w 2832"/>
                <a:gd name="T77" fmla="*/ 2147483647 h 1726"/>
                <a:gd name="T78" fmla="*/ 2147483647 w 2832"/>
                <a:gd name="T79" fmla="*/ 2147483647 h 1726"/>
                <a:gd name="T80" fmla="*/ 2147483647 w 2832"/>
                <a:gd name="T81" fmla="*/ 2147483647 h 1726"/>
                <a:gd name="T82" fmla="*/ 2147483647 w 2832"/>
                <a:gd name="T83" fmla="*/ 2147483647 h 1726"/>
                <a:gd name="T84" fmla="*/ 2147483647 w 2832"/>
                <a:gd name="T85" fmla="*/ 2147483647 h 1726"/>
                <a:gd name="T86" fmla="*/ 2147483647 w 2832"/>
                <a:gd name="T87" fmla="*/ 2147483647 h 1726"/>
                <a:gd name="T88" fmla="*/ 2147483647 w 2832"/>
                <a:gd name="T89" fmla="*/ 2147483647 h 1726"/>
                <a:gd name="T90" fmla="*/ 2147483647 w 2832"/>
                <a:gd name="T91" fmla="*/ 2147483647 h 1726"/>
                <a:gd name="T92" fmla="*/ 2147483647 w 2832"/>
                <a:gd name="T93" fmla="*/ 2147483647 h 1726"/>
                <a:gd name="T94" fmla="*/ 2147483647 w 2832"/>
                <a:gd name="T95" fmla="*/ 2147483647 h 1726"/>
                <a:gd name="T96" fmla="*/ 2147483647 w 2832"/>
                <a:gd name="T97" fmla="*/ 2147483647 h 1726"/>
                <a:gd name="T98" fmla="*/ 2147483647 w 2832"/>
                <a:gd name="T99" fmla="*/ 2147483647 h 1726"/>
                <a:gd name="T100" fmla="*/ 2147483647 w 2832"/>
                <a:gd name="T101" fmla="*/ 0 h 1726"/>
                <a:gd name="T102" fmla="*/ 2147483647 w 2832"/>
                <a:gd name="T103" fmla="*/ 2147483647 h 1726"/>
                <a:gd name="T104" fmla="*/ 2147483647 w 2832"/>
                <a:gd name="T105" fmla="*/ 2147483647 h 1726"/>
                <a:gd name="T106" fmla="*/ 2147483647 w 2832"/>
                <a:gd name="T107" fmla="*/ 2147483647 h 1726"/>
                <a:gd name="T108" fmla="*/ 2147483647 w 2832"/>
                <a:gd name="T109" fmla="*/ 2147483647 h 1726"/>
                <a:gd name="T110" fmla="*/ 2147483647 w 2832"/>
                <a:gd name="T111" fmla="*/ 2147483647 h 1726"/>
                <a:gd name="T112" fmla="*/ 2147483647 w 2832"/>
                <a:gd name="T113" fmla="*/ 2147483647 h 1726"/>
                <a:gd name="T114" fmla="*/ 2147483647 w 2832"/>
                <a:gd name="T115" fmla="*/ 2147483647 h 1726"/>
                <a:gd name="T116" fmla="*/ 2147483647 w 2832"/>
                <a:gd name="T117" fmla="*/ 2147483647 h 172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2"/>
                <a:gd name="T178" fmla="*/ 0 h 1726"/>
                <a:gd name="T179" fmla="*/ 2832 w 2832"/>
                <a:gd name="T180" fmla="*/ 1726 h 172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2" h="1726">
                  <a:moveTo>
                    <a:pt x="2790" y="287"/>
                  </a:moveTo>
                  <a:lnTo>
                    <a:pt x="2784" y="403"/>
                  </a:lnTo>
                  <a:lnTo>
                    <a:pt x="2832" y="499"/>
                  </a:lnTo>
                  <a:lnTo>
                    <a:pt x="2597" y="662"/>
                  </a:lnTo>
                  <a:lnTo>
                    <a:pt x="2436" y="694"/>
                  </a:lnTo>
                  <a:lnTo>
                    <a:pt x="2252" y="829"/>
                  </a:lnTo>
                  <a:lnTo>
                    <a:pt x="2188" y="861"/>
                  </a:lnTo>
                  <a:lnTo>
                    <a:pt x="2113" y="861"/>
                  </a:lnTo>
                  <a:lnTo>
                    <a:pt x="2058" y="946"/>
                  </a:lnTo>
                  <a:lnTo>
                    <a:pt x="2000" y="946"/>
                  </a:lnTo>
                  <a:lnTo>
                    <a:pt x="1887" y="925"/>
                  </a:lnTo>
                  <a:lnTo>
                    <a:pt x="1800" y="1001"/>
                  </a:lnTo>
                  <a:lnTo>
                    <a:pt x="1783" y="1145"/>
                  </a:lnTo>
                  <a:lnTo>
                    <a:pt x="1662" y="1242"/>
                  </a:lnTo>
                  <a:lnTo>
                    <a:pt x="1558" y="1603"/>
                  </a:lnTo>
                  <a:lnTo>
                    <a:pt x="1539" y="1623"/>
                  </a:lnTo>
                  <a:lnTo>
                    <a:pt x="1419" y="1726"/>
                  </a:lnTo>
                  <a:lnTo>
                    <a:pt x="1162" y="1580"/>
                  </a:lnTo>
                  <a:lnTo>
                    <a:pt x="887" y="1603"/>
                  </a:lnTo>
                  <a:lnTo>
                    <a:pt x="703" y="1533"/>
                  </a:lnTo>
                  <a:lnTo>
                    <a:pt x="670" y="1436"/>
                  </a:lnTo>
                  <a:lnTo>
                    <a:pt x="484" y="1442"/>
                  </a:lnTo>
                  <a:lnTo>
                    <a:pt x="503" y="1580"/>
                  </a:lnTo>
                  <a:lnTo>
                    <a:pt x="365" y="1603"/>
                  </a:lnTo>
                  <a:lnTo>
                    <a:pt x="322" y="1565"/>
                  </a:lnTo>
                  <a:lnTo>
                    <a:pt x="155" y="1558"/>
                  </a:lnTo>
                  <a:lnTo>
                    <a:pt x="91" y="1629"/>
                  </a:lnTo>
                  <a:lnTo>
                    <a:pt x="10" y="1623"/>
                  </a:lnTo>
                  <a:lnTo>
                    <a:pt x="0" y="1397"/>
                  </a:lnTo>
                  <a:lnTo>
                    <a:pt x="119" y="1219"/>
                  </a:lnTo>
                  <a:lnTo>
                    <a:pt x="193" y="1145"/>
                  </a:lnTo>
                  <a:lnTo>
                    <a:pt x="348" y="1152"/>
                  </a:lnTo>
                  <a:lnTo>
                    <a:pt x="322" y="1001"/>
                  </a:lnTo>
                  <a:lnTo>
                    <a:pt x="574" y="855"/>
                  </a:lnTo>
                  <a:lnTo>
                    <a:pt x="429" y="774"/>
                  </a:lnTo>
                  <a:lnTo>
                    <a:pt x="332" y="848"/>
                  </a:lnTo>
                  <a:lnTo>
                    <a:pt x="252" y="742"/>
                  </a:lnTo>
                  <a:lnTo>
                    <a:pt x="339" y="662"/>
                  </a:lnTo>
                  <a:lnTo>
                    <a:pt x="435" y="429"/>
                  </a:lnTo>
                  <a:lnTo>
                    <a:pt x="339" y="291"/>
                  </a:lnTo>
                  <a:lnTo>
                    <a:pt x="381" y="242"/>
                  </a:lnTo>
                  <a:lnTo>
                    <a:pt x="558" y="323"/>
                  </a:lnTo>
                  <a:lnTo>
                    <a:pt x="670" y="461"/>
                  </a:lnTo>
                  <a:lnTo>
                    <a:pt x="791" y="429"/>
                  </a:lnTo>
                  <a:lnTo>
                    <a:pt x="871" y="499"/>
                  </a:lnTo>
                  <a:lnTo>
                    <a:pt x="935" y="435"/>
                  </a:lnTo>
                  <a:lnTo>
                    <a:pt x="913" y="268"/>
                  </a:lnTo>
                  <a:lnTo>
                    <a:pt x="871" y="193"/>
                  </a:lnTo>
                  <a:lnTo>
                    <a:pt x="984" y="64"/>
                  </a:lnTo>
                  <a:lnTo>
                    <a:pt x="1306" y="54"/>
                  </a:lnTo>
                  <a:lnTo>
                    <a:pt x="1355" y="0"/>
                  </a:lnTo>
                  <a:lnTo>
                    <a:pt x="1446" y="41"/>
                  </a:lnTo>
                  <a:lnTo>
                    <a:pt x="1836" y="270"/>
                  </a:lnTo>
                  <a:lnTo>
                    <a:pt x="2226" y="442"/>
                  </a:lnTo>
                  <a:lnTo>
                    <a:pt x="2404" y="435"/>
                  </a:lnTo>
                  <a:lnTo>
                    <a:pt x="2478" y="371"/>
                  </a:lnTo>
                  <a:lnTo>
                    <a:pt x="2606" y="365"/>
                  </a:lnTo>
                  <a:lnTo>
                    <a:pt x="2655" y="300"/>
                  </a:lnTo>
                  <a:lnTo>
                    <a:pt x="2790" y="28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0" name="Freeform 21"/>
            <p:cNvSpPr>
              <a:spLocks noChangeAspect="1"/>
            </p:cNvSpPr>
            <p:nvPr/>
          </p:nvSpPr>
          <p:spPr bwMode="auto">
            <a:xfrm>
              <a:off x="2909888" y="2516188"/>
              <a:ext cx="1490662" cy="746125"/>
            </a:xfrm>
            <a:custGeom>
              <a:avLst/>
              <a:gdLst>
                <a:gd name="T0" fmla="*/ 2147483647 w 3732"/>
                <a:gd name="T1" fmla="*/ 2147483647 h 2132"/>
                <a:gd name="T2" fmla="*/ 2147483647 w 3732"/>
                <a:gd name="T3" fmla="*/ 2147483647 h 2132"/>
                <a:gd name="T4" fmla="*/ 2147483647 w 3732"/>
                <a:gd name="T5" fmla="*/ 2147483647 h 2132"/>
                <a:gd name="T6" fmla="*/ 2147483647 w 3732"/>
                <a:gd name="T7" fmla="*/ 2147483647 h 2132"/>
                <a:gd name="T8" fmla="*/ 2147483647 w 3732"/>
                <a:gd name="T9" fmla="*/ 2147483647 h 2132"/>
                <a:gd name="T10" fmla="*/ 2147483647 w 3732"/>
                <a:gd name="T11" fmla="*/ 2147483647 h 2132"/>
                <a:gd name="T12" fmla="*/ 2147483647 w 3732"/>
                <a:gd name="T13" fmla="*/ 2147483647 h 2132"/>
                <a:gd name="T14" fmla="*/ 2147483647 w 3732"/>
                <a:gd name="T15" fmla="*/ 2147483647 h 2132"/>
                <a:gd name="T16" fmla="*/ 2147483647 w 3732"/>
                <a:gd name="T17" fmla="*/ 2147483647 h 2132"/>
                <a:gd name="T18" fmla="*/ 2147483647 w 3732"/>
                <a:gd name="T19" fmla="*/ 2147483647 h 2132"/>
                <a:gd name="T20" fmla="*/ 2147483647 w 3732"/>
                <a:gd name="T21" fmla="*/ 2147483647 h 2132"/>
                <a:gd name="T22" fmla="*/ 2147483647 w 3732"/>
                <a:gd name="T23" fmla="*/ 2147483647 h 2132"/>
                <a:gd name="T24" fmla="*/ 2147483647 w 3732"/>
                <a:gd name="T25" fmla="*/ 2147483647 h 2132"/>
                <a:gd name="T26" fmla="*/ 2147483647 w 3732"/>
                <a:gd name="T27" fmla="*/ 2147483647 h 2132"/>
                <a:gd name="T28" fmla="*/ 2147483647 w 3732"/>
                <a:gd name="T29" fmla="*/ 2147483647 h 2132"/>
                <a:gd name="T30" fmla="*/ 2147483647 w 3732"/>
                <a:gd name="T31" fmla="*/ 2147483647 h 2132"/>
                <a:gd name="T32" fmla="*/ 2147483647 w 3732"/>
                <a:gd name="T33" fmla="*/ 2147483647 h 2132"/>
                <a:gd name="T34" fmla="*/ 2147483647 w 3732"/>
                <a:gd name="T35" fmla="*/ 2147483647 h 2132"/>
                <a:gd name="T36" fmla="*/ 2147483647 w 3732"/>
                <a:gd name="T37" fmla="*/ 2147483647 h 2132"/>
                <a:gd name="T38" fmla="*/ 2147483647 w 3732"/>
                <a:gd name="T39" fmla="*/ 2147483647 h 2132"/>
                <a:gd name="T40" fmla="*/ 2147483647 w 3732"/>
                <a:gd name="T41" fmla="*/ 2147483647 h 2132"/>
                <a:gd name="T42" fmla="*/ 2147483647 w 3732"/>
                <a:gd name="T43" fmla="*/ 2147483647 h 2132"/>
                <a:gd name="T44" fmla="*/ 2147483647 w 3732"/>
                <a:gd name="T45" fmla="*/ 2147483647 h 2132"/>
                <a:gd name="T46" fmla="*/ 2147483647 w 3732"/>
                <a:gd name="T47" fmla="*/ 2147483647 h 2132"/>
                <a:gd name="T48" fmla="*/ 2147483647 w 3732"/>
                <a:gd name="T49" fmla="*/ 2147483647 h 2132"/>
                <a:gd name="T50" fmla="*/ 2147483647 w 3732"/>
                <a:gd name="T51" fmla="*/ 2147483647 h 2132"/>
                <a:gd name="T52" fmla="*/ 2147483647 w 3732"/>
                <a:gd name="T53" fmla="*/ 2147483647 h 2132"/>
                <a:gd name="T54" fmla="*/ 2147483647 w 3732"/>
                <a:gd name="T55" fmla="*/ 2147483647 h 2132"/>
                <a:gd name="T56" fmla="*/ 2147483647 w 3732"/>
                <a:gd name="T57" fmla="*/ 2147483647 h 2132"/>
                <a:gd name="T58" fmla="*/ 2147483647 w 3732"/>
                <a:gd name="T59" fmla="*/ 2147483647 h 2132"/>
                <a:gd name="T60" fmla="*/ 2147483647 w 3732"/>
                <a:gd name="T61" fmla="*/ 2147483647 h 2132"/>
                <a:gd name="T62" fmla="*/ 2147483647 w 3732"/>
                <a:gd name="T63" fmla="*/ 2147483647 h 2132"/>
                <a:gd name="T64" fmla="*/ 2147483647 w 3732"/>
                <a:gd name="T65" fmla="*/ 2147483647 h 2132"/>
                <a:gd name="T66" fmla="*/ 2147483647 w 3732"/>
                <a:gd name="T67" fmla="*/ 2147483647 h 2132"/>
                <a:gd name="T68" fmla="*/ 2147483647 w 3732"/>
                <a:gd name="T69" fmla="*/ 2147483647 h 2132"/>
                <a:gd name="T70" fmla="*/ 2147483647 w 3732"/>
                <a:gd name="T71" fmla="*/ 2147483647 h 2132"/>
                <a:gd name="T72" fmla="*/ 2147483647 w 3732"/>
                <a:gd name="T73" fmla="*/ 2147483647 h 2132"/>
                <a:gd name="T74" fmla="*/ 2147483647 w 3732"/>
                <a:gd name="T75" fmla="*/ 2147483647 h 2132"/>
                <a:gd name="T76" fmla="*/ 2147483647 w 3732"/>
                <a:gd name="T77" fmla="*/ 2147483647 h 2132"/>
                <a:gd name="T78" fmla="*/ 2147483647 w 3732"/>
                <a:gd name="T79" fmla="*/ 2147483647 h 2132"/>
                <a:gd name="T80" fmla="*/ 2147483647 w 3732"/>
                <a:gd name="T81" fmla="*/ 2147483647 h 2132"/>
                <a:gd name="T82" fmla="*/ 2147483647 w 3732"/>
                <a:gd name="T83" fmla="*/ 2147483647 h 2132"/>
                <a:gd name="T84" fmla="*/ 2147483647 w 3732"/>
                <a:gd name="T85" fmla="*/ 2147483647 h 2132"/>
                <a:gd name="T86" fmla="*/ 2147483647 w 3732"/>
                <a:gd name="T87" fmla="*/ 2147483647 h 2132"/>
                <a:gd name="T88" fmla="*/ 2147483647 w 3732"/>
                <a:gd name="T89" fmla="*/ 2147483647 h 2132"/>
                <a:gd name="T90" fmla="*/ 2147483647 w 3732"/>
                <a:gd name="T91" fmla="*/ 2147483647 h 2132"/>
                <a:gd name="T92" fmla="*/ 2147483647 w 3732"/>
                <a:gd name="T93" fmla="*/ 2147483647 h 2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732"/>
                <a:gd name="T142" fmla="*/ 0 h 2132"/>
                <a:gd name="T143" fmla="*/ 3732 w 3732"/>
                <a:gd name="T144" fmla="*/ 2132 h 2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732" h="2132">
                  <a:moveTo>
                    <a:pt x="1862" y="977"/>
                  </a:moveTo>
                  <a:lnTo>
                    <a:pt x="2184" y="967"/>
                  </a:lnTo>
                  <a:lnTo>
                    <a:pt x="2233" y="913"/>
                  </a:lnTo>
                  <a:lnTo>
                    <a:pt x="2324" y="954"/>
                  </a:lnTo>
                  <a:lnTo>
                    <a:pt x="2714" y="1183"/>
                  </a:lnTo>
                  <a:lnTo>
                    <a:pt x="3104" y="1355"/>
                  </a:lnTo>
                  <a:lnTo>
                    <a:pt x="3282" y="1348"/>
                  </a:lnTo>
                  <a:lnTo>
                    <a:pt x="3356" y="1284"/>
                  </a:lnTo>
                  <a:lnTo>
                    <a:pt x="3484" y="1278"/>
                  </a:lnTo>
                  <a:lnTo>
                    <a:pt x="3533" y="1213"/>
                  </a:lnTo>
                  <a:lnTo>
                    <a:pt x="3668" y="1200"/>
                  </a:lnTo>
                  <a:lnTo>
                    <a:pt x="3694" y="1194"/>
                  </a:lnTo>
                  <a:lnTo>
                    <a:pt x="3732" y="1117"/>
                  </a:lnTo>
                  <a:lnTo>
                    <a:pt x="3662" y="1058"/>
                  </a:lnTo>
                  <a:lnTo>
                    <a:pt x="3732" y="994"/>
                  </a:lnTo>
                  <a:lnTo>
                    <a:pt x="3726" y="987"/>
                  </a:lnTo>
                  <a:lnTo>
                    <a:pt x="3726" y="858"/>
                  </a:lnTo>
                  <a:lnTo>
                    <a:pt x="3501" y="678"/>
                  </a:lnTo>
                  <a:lnTo>
                    <a:pt x="3371" y="678"/>
                  </a:lnTo>
                  <a:lnTo>
                    <a:pt x="3388" y="484"/>
                  </a:lnTo>
                  <a:lnTo>
                    <a:pt x="3259" y="374"/>
                  </a:lnTo>
                  <a:lnTo>
                    <a:pt x="3242" y="503"/>
                  </a:lnTo>
                  <a:lnTo>
                    <a:pt x="3323" y="697"/>
                  </a:lnTo>
                  <a:lnTo>
                    <a:pt x="3323" y="871"/>
                  </a:lnTo>
                  <a:lnTo>
                    <a:pt x="3210" y="922"/>
                  </a:lnTo>
                  <a:lnTo>
                    <a:pt x="3162" y="1032"/>
                  </a:lnTo>
                  <a:lnTo>
                    <a:pt x="3066" y="967"/>
                  </a:lnTo>
                  <a:lnTo>
                    <a:pt x="3146" y="890"/>
                  </a:lnTo>
                  <a:lnTo>
                    <a:pt x="3113" y="774"/>
                  </a:lnTo>
                  <a:lnTo>
                    <a:pt x="2920" y="806"/>
                  </a:lnTo>
                  <a:lnTo>
                    <a:pt x="2775" y="729"/>
                  </a:lnTo>
                  <a:lnTo>
                    <a:pt x="2629" y="793"/>
                  </a:lnTo>
                  <a:lnTo>
                    <a:pt x="2532" y="710"/>
                  </a:lnTo>
                  <a:lnTo>
                    <a:pt x="2727" y="664"/>
                  </a:lnTo>
                  <a:lnTo>
                    <a:pt x="2742" y="568"/>
                  </a:lnTo>
                  <a:lnTo>
                    <a:pt x="2549" y="549"/>
                  </a:lnTo>
                  <a:lnTo>
                    <a:pt x="2485" y="632"/>
                  </a:lnTo>
                  <a:lnTo>
                    <a:pt x="2420" y="568"/>
                  </a:lnTo>
                  <a:lnTo>
                    <a:pt x="2129" y="549"/>
                  </a:lnTo>
                  <a:lnTo>
                    <a:pt x="2065" y="600"/>
                  </a:lnTo>
                  <a:lnTo>
                    <a:pt x="1968" y="549"/>
                  </a:lnTo>
                  <a:lnTo>
                    <a:pt x="1855" y="664"/>
                  </a:lnTo>
                  <a:lnTo>
                    <a:pt x="1711" y="613"/>
                  </a:lnTo>
                  <a:lnTo>
                    <a:pt x="1775" y="407"/>
                  </a:lnTo>
                  <a:lnTo>
                    <a:pt x="1936" y="439"/>
                  </a:lnTo>
                  <a:lnTo>
                    <a:pt x="1952" y="212"/>
                  </a:lnTo>
                  <a:lnTo>
                    <a:pt x="1743" y="0"/>
                  </a:lnTo>
                  <a:lnTo>
                    <a:pt x="1775" y="225"/>
                  </a:lnTo>
                  <a:lnTo>
                    <a:pt x="1565" y="354"/>
                  </a:lnTo>
                  <a:lnTo>
                    <a:pt x="1548" y="536"/>
                  </a:lnTo>
                  <a:lnTo>
                    <a:pt x="1488" y="574"/>
                  </a:lnTo>
                  <a:lnTo>
                    <a:pt x="1452" y="600"/>
                  </a:lnTo>
                  <a:lnTo>
                    <a:pt x="1307" y="419"/>
                  </a:lnTo>
                  <a:lnTo>
                    <a:pt x="1049" y="419"/>
                  </a:lnTo>
                  <a:lnTo>
                    <a:pt x="904" y="516"/>
                  </a:lnTo>
                  <a:lnTo>
                    <a:pt x="839" y="664"/>
                  </a:lnTo>
                  <a:lnTo>
                    <a:pt x="694" y="503"/>
                  </a:lnTo>
                  <a:lnTo>
                    <a:pt x="598" y="310"/>
                  </a:lnTo>
                  <a:lnTo>
                    <a:pt x="517" y="407"/>
                  </a:lnTo>
                  <a:lnTo>
                    <a:pt x="533" y="600"/>
                  </a:lnTo>
                  <a:lnTo>
                    <a:pt x="342" y="568"/>
                  </a:lnTo>
                  <a:lnTo>
                    <a:pt x="282" y="574"/>
                  </a:lnTo>
                  <a:lnTo>
                    <a:pt x="178" y="719"/>
                  </a:lnTo>
                  <a:lnTo>
                    <a:pt x="242" y="833"/>
                  </a:lnTo>
                  <a:lnTo>
                    <a:pt x="178" y="1009"/>
                  </a:lnTo>
                  <a:lnTo>
                    <a:pt x="65" y="1106"/>
                  </a:lnTo>
                  <a:lnTo>
                    <a:pt x="0" y="1161"/>
                  </a:lnTo>
                  <a:lnTo>
                    <a:pt x="23" y="1348"/>
                  </a:lnTo>
                  <a:lnTo>
                    <a:pt x="259" y="1581"/>
                  </a:lnTo>
                  <a:lnTo>
                    <a:pt x="388" y="1575"/>
                  </a:lnTo>
                  <a:lnTo>
                    <a:pt x="410" y="1677"/>
                  </a:lnTo>
                  <a:lnTo>
                    <a:pt x="555" y="1710"/>
                  </a:lnTo>
                  <a:lnTo>
                    <a:pt x="765" y="1838"/>
                  </a:lnTo>
                  <a:lnTo>
                    <a:pt x="839" y="1948"/>
                  </a:lnTo>
                  <a:lnTo>
                    <a:pt x="991" y="1978"/>
                  </a:lnTo>
                  <a:lnTo>
                    <a:pt x="997" y="2132"/>
                  </a:lnTo>
                  <a:lnTo>
                    <a:pt x="1071" y="2058"/>
                  </a:lnTo>
                  <a:lnTo>
                    <a:pt x="1226" y="2065"/>
                  </a:lnTo>
                  <a:lnTo>
                    <a:pt x="1200" y="1914"/>
                  </a:lnTo>
                  <a:lnTo>
                    <a:pt x="1452" y="1768"/>
                  </a:lnTo>
                  <a:lnTo>
                    <a:pt x="1307" y="1687"/>
                  </a:lnTo>
                  <a:lnTo>
                    <a:pt x="1210" y="1761"/>
                  </a:lnTo>
                  <a:lnTo>
                    <a:pt x="1130" y="1655"/>
                  </a:lnTo>
                  <a:lnTo>
                    <a:pt x="1217" y="1575"/>
                  </a:lnTo>
                  <a:lnTo>
                    <a:pt x="1313" y="1342"/>
                  </a:lnTo>
                  <a:lnTo>
                    <a:pt x="1217" y="1204"/>
                  </a:lnTo>
                  <a:lnTo>
                    <a:pt x="1259" y="1155"/>
                  </a:lnTo>
                  <a:lnTo>
                    <a:pt x="1436" y="1236"/>
                  </a:lnTo>
                  <a:lnTo>
                    <a:pt x="1548" y="1374"/>
                  </a:lnTo>
                  <a:lnTo>
                    <a:pt x="1669" y="1342"/>
                  </a:lnTo>
                  <a:lnTo>
                    <a:pt x="1749" y="1412"/>
                  </a:lnTo>
                  <a:lnTo>
                    <a:pt x="1813" y="1348"/>
                  </a:lnTo>
                  <a:lnTo>
                    <a:pt x="1791" y="1181"/>
                  </a:lnTo>
                  <a:lnTo>
                    <a:pt x="1749" y="1106"/>
                  </a:lnTo>
                  <a:lnTo>
                    <a:pt x="1862" y="97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1" name="Freeform 22"/>
            <p:cNvSpPr>
              <a:spLocks noChangeAspect="1"/>
            </p:cNvSpPr>
            <p:nvPr/>
          </p:nvSpPr>
          <p:spPr bwMode="auto">
            <a:xfrm>
              <a:off x="3689350" y="3927475"/>
              <a:ext cx="392113" cy="252413"/>
            </a:xfrm>
            <a:custGeom>
              <a:avLst/>
              <a:gdLst>
                <a:gd name="T0" fmla="*/ 2147483647 w 987"/>
                <a:gd name="T1" fmla="*/ 2147483647 h 719"/>
                <a:gd name="T2" fmla="*/ 2147483647 w 987"/>
                <a:gd name="T3" fmla="*/ 2147483647 h 719"/>
                <a:gd name="T4" fmla="*/ 2147483647 w 987"/>
                <a:gd name="T5" fmla="*/ 2147483647 h 719"/>
                <a:gd name="T6" fmla="*/ 2147483647 w 987"/>
                <a:gd name="T7" fmla="*/ 2147483647 h 719"/>
                <a:gd name="T8" fmla="*/ 2147483647 w 987"/>
                <a:gd name="T9" fmla="*/ 2147483647 h 719"/>
                <a:gd name="T10" fmla="*/ 2147483647 w 987"/>
                <a:gd name="T11" fmla="*/ 2147483647 h 719"/>
                <a:gd name="T12" fmla="*/ 2147483647 w 987"/>
                <a:gd name="T13" fmla="*/ 2147483647 h 719"/>
                <a:gd name="T14" fmla="*/ 2147483647 w 987"/>
                <a:gd name="T15" fmla="*/ 2147483647 h 719"/>
                <a:gd name="T16" fmla="*/ 2147483647 w 987"/>
                <a:gd name="T17" fmla="*/ 0 h 719"/>
                <a:gd name="T18" fmla="*/ 2147483647 w 987"/>
                <a:gd name="T19" fmla="*/ 2147483647 h 719"/>
                <a:gd name="T20" fmla="*/ 2147483647 w 987"/>
                <a:gd name="T21" fmla="*/ 2147483647 h 719"/>
                <a:gd name="T22" fmla="*/ 2147483647 w 987"/>
                <a:gd name="T23" fmla="*/ 2147483647 h 719"/>
                <a:gd name="T24" fmla="*/ 0 w 987"/>
                <a:gd name="T25" fmla="*/ 2147483647 h 719"/>
                <a:gd name="T26" fmla="*/ 2147483647 w 987"/>
                <a:gd name="T27" fmla="*/ 2147483647 h 719"/>
                <a:gd name="T28" fmla="*/ 2147483647 w 987"/>
                <a:gd name="T29" fmla="*/ 2147483647 h 719"/>
                <a:gd name="T30" fmla="*/ 2147483647 w 987"/>
                <a:gd name="T31" fmla="*/ 2147483647 h 719"/>
                <a:gd name="T32" fmla="*/ 2147483647 w 987"/>
                <a:gd name="T33" fmla="*/ 2147483647 h 719"/>
                <a:gd name="T34" fmla="*/ 2147483647 w 987"/>
                <a:gd name="T35" fmla="*/ 2147483647 h 719"/>
                <a:gd name="T36" fmla="*/ 2147483647 w 987"/>
                <a:gd name="T37" fmla="*/ 2147483647 h 719"/>
                <a:gd name="T38" fmla="*/ 2147483647 w 987"/>
                <a:gd name="T39" fmla="*/ 2147483647 h 719"/>
                <a:gd name="T40" fmla="*/ 2147483647 w 987"/>
                <a:gd name="T41" fmla="*/ 2147483647 h 719"/>
                <a:gd name="T42" fmla="*/ 2147483647 w 987"/>
                <a:gd name="T43" fmla="*/ 2147483647 h 7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87"/>
                <a:gd name="T67" fmla="*/ 0 h 719"/>
                <a:gd name="T68" fmla="*/ 987 w 987"/>
                <a:gd name="T69" fmla="*/ 719 h 7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87" h="719">
                  <a:moveTo>
                    <a:pt x="936" y="484"/>
                  </a:moveTo>
                  <a:lnTo>
                    <a:pt x="845" y="445"/>
                  </a:lnTo>
                  <a:lnTo>
                    <a:pt x="813" y="354"/>
                  </a:lnTo>
                  <a:lnTo>
                    <a:pt x="700" y="354"/>
                  </a:lnTo>
                  <a:lnTo>
                    <a:pt x="620" y="225"/>
                  </a:lnTo>
                  <a:lnTo>
                    <a:pt x="613" y="83"/>
                  </a:lnTo>
                  <a:lnTo>
                    <a:pt x="555" y="64"/>
                  </a:lnTo>
                  <a:lnTo>
                    <a:pt x="436" y="106"/>
                  </a:lnTo>
                  <a:lnTo>
                    <a:pt x="291" y="0"/>
                  </a:lnTo>
                  <a:lnTo>
                    <a:pt x="226" y="9"/>
                  </a:lnTo>
                  <a:lnTo>
                    <a:pt x="149" y="70"/>
                  </a:lnTo>
                  <a:lnTo>
                    <a:pt x="113" y="235"/>
                  </a:lnTo>
                  <a:lnTo>
                    <a:pt x="0" y="332"/>
                  </a:lnTo>
                  <a:lnTo>
                    <a:pt x="33" y="445"/>
                  </a:lnTo>
                  <a:lnTo>
                    <a:pt x="120" y="477"/>
                  </a:lnTo>
                  <a:lnTo>
                    <a:pt x="113" y="606"/>
                  </a:lnTo>
                  <a:lnTo>
                    <a:pt x="274" y="606"/>
                  </a:lnTo>
                  <a:lnTo>
                    <a:pt x="355" y="719"/>
                  </a:lnTo>
                  <a:lnTo>
                    <a:pt x="452" y="622"/>
                  </a:lnTo>
                  <a:lnTo>
                    <a:pt x="807" y="655"/>
                  </a:lnTo>
                  <a:lnTo>
                    <a:pt x="987" y="590"/>
                  </a:lnTo>
                  <a:lnTo>
                    <a:pt x="936" y="48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2" name="Freeform 23"/>
            <p:cNvSpPr>
              <a:spLocks noChangeAspect="1"/>
            </p:cNvSpPr>
            <p:nvPr/>
          </p:nvSpPr>
          <p:spPr bwMode="auto">
            <a:xfrm>
              <a:off x="3405188" y="3871913"/>
              <a:ext cx="344487" cy="376237"/>
            </a:xfrm>
            <a:custGeom>
              <a:avLst/>
              <a:gdLst>
                <a:gd name="T0" fmla="*/ 0 w 852"/>
                <a:gd name="T1" fmla="*/ 2147483647 h 1073"/>
                <a:gd name="T2" fmla="*/ 2147483647 w 852"/>
                <a:gd name="T3" fmla="*/ 2147483647 h 1073"/>
                <a:gd name="T4" fmla="*/ 2147483647 w 852"/>
                <a:gd name="T5" fmla="*/ 2147483647 h 1073"/>
                <a:gd name="T6" fmla="*/ 2147483647 w 852"/>
                <a:gd name="T7" fmla="*/ 2147483647 h 1073"/>
                <a:gd name="T8" fmla="*/ 2147483647 w 852"/>
                <a:gd name="T9" fmla="*/ 2147483647 h 1073"/>
                <a:gd name="T10" fmla="*/ 2147483647 w 852"/>
                <a:gd name="T11" fmla="*/ 2147483647 h 1073"/>
                <a:gd name="T12" fmla="*/ 2147483647 w 852"/>
                <a:gd name="T13" fmla="*/ 2147483647 h 1073"/>
                <a:gd name="T14" fmla="*/ 2147483647 w 852"/>
                <a:gd name="T15" fmla="*/ 2147483647 h 1073"/>
                <a:gd name="T16" fmla="*/ 2147483647 w 852"/>
                <a:gd name="T17" fmla="*/ 2147483647 h 1073"/>
                <a:gd name="T18" fmla="*/ 2147483647 w 852"/>
                <a:gd name="T19" fmla="*/ 2147483647 h 1073"/>
                <a:gd name="T20" fmla="*/ 2147483647 w 852"/>
                <a:gd name="T21" fmla="*/ 2147483647 h 1073"/>
                <a:gd name="T22" fmla="*/ 2147483647 w 852"/>
                <a:gd name="T23" fmla="*/ 2147483647 h 1073"/>
                <a:gd name="T24" fmla="*/ 2147483647 w 852"/>
                <a:gd name="T25" fmla="*/ 2147483647 h 1073"/>
                <a:gd name="T26" fmla="*/ 2147483647 w 852"/>
                <a:gd name="T27" fmla="*/ 2147483647 h 1073"/>
                <a:gd name="T28" fmla="*/ 2147483647 w 852"/>
                <a:gd name="T29" fmla="*/ 0 h 1073"/>
                <a:gd name="T30" fmla="*/ 2147483647 w 852"/>
                <a:gd name="T31" fmla="*/ 2147483647 h 1073"/>
                <a:gd name="T32" fmla="*/ 2147483647 w 852"/>
                <a:gd name="T33" fmla="*/ 2147483647 h 1073"/>
                <a:gd name="T34" fmla="*/ 2147483647 w 852"/>
                <a:gd name="T35" fmla="*/ 2147483647 h 1073"/>
                <a:gd name="T36" fmla="*/ 2147483647 w 852"/>
                <a:gd name="T37" fmla="*/ 2147483647 h 1073"/>
                <a:gd name="T38" fmla="*/ 2147483647 w 852"/>
                <a:gd name="T39" fmla="*/ 2147483647 h 1073"/>
                <a:gd name="T40" fmla="*/ 2147483647 w 852"/>
                <a:gd name="T41" fmla="*/ 2147483647 h 1073"/>
                <a:gd name="T42" fmla="*/ 2147483647 w 852"/>
                <a:gd name="T43" fmla="*/ 2147483647 h 1073"/>
                <a:gd name="T44" fmla="*/ 2147483647 w 852"/>
                <a:gd name="T45" fmla="*/ 2147483647 h 1073"/>
                <a:gd name="T46" fmla="*/ 2147483647 w 852"/>
                <a:gd name="T47" fmla="*/ 2147483647 h 1073"/>
                <a:gd name="T48" fmla="*/ 2147483647 w 852"/>
                <a:gd name="T49" fmla="*/ 2147483647 h 1073"/>
                <a:gd name="T50" fmla="*/ 2147483647 w 852"/>
                <a:gd name="T51" fmla="*/ 2147483647 h 1073"/>
                <a:gd name="T52" fmla="*/ 2147483647 w 852"/>
                <a:gd name="T53" fmla="*/ 2147483647 h 1073"/>
                <a:gd name="T54" fmla="*/ 2147483647 w 852"/>
                <a:gd name="T55" fmla="*/ 2147483647 h 1073"/>
                <a:gd name="T56" fmla="*/ 2147483647 w 852"/>
                <a:gd name="T57" fmla="*/ 2147483647 h 1073"/>
                <a:gd name="T58" fmla="*/ 2147483647 w 852"/>
                <a:gd name="T59" fmla="*/ 2147483647 h 1073"/>
                <a:gd name="T60" fmla="*/ 2147483647 w 852"/>
                <a:gd name="T61" fmla="*/ 2147483647 h 1073"/>
                <a:gd name="T62" fmla="*/ 2147483647 w 852"/>
                <a:gd name="T63" fmla="*/ 2147483647 h 1073"/>
                <a:gd name="T64" fmla="*/ 0 w 852"/>
                <a:gd name="T65" fmla="*/ 2147483647 h 10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52"/>
                <a:gd name="T100" fmla="*/ 0 h 1073"/>
                <a:gd name="T101" fmla="*/ 852 w 852"/>
                <a:gd name="T102" fmla="*/ 1073 h 10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52" h="1073">
                  <a:moveTo>
                    <a:pt x="0" y="944"/>
                  </a:moveTo>
                  <a:lnTo>
                    <a:pt x="16" y="799"/>
                  </a:lnTo>
                  <a:lnTo>
                    <a:pt x="178" y="547"/>
                  </a:lnTo>
                  <a:lnTo>
                    <a:pt x="307" y="558"/>
                  </a:lnTo>
                  <a:lnTo>
                    <a:pt x="397" y="412"/>
                  </a:lnTo>
                  <a:lnTo>
                    <a:pt x="106" y="386"/>
                  </a:lnTo>
                  <a:lnTo>
                    <a:pt x="58" y="299"/>
                  </a:lnTo>
                  <a:lnTo>
                    <a:pt x="32" y="187"/>
                  </a:lnTo>
                  <a:lnTo>
                    <a:pt x="113" y="122"/>
                  </a:lnTo>
                  <a:lnTo>
                    <a:pt x="225" y="193"/>
                  </a:lnTo>
                  <a:lnTo>
                    <a:pt x="178" y="242"/>
                  </a:lnTo>
                  <a:lnTo>
                    <a:pt x="290" y="267"/>
                  </a:lnTo>
                  <a:lnTo>
                    <a:pt x="462" y="210"/>
                  </a:lnTo>
                  <a:lnTo>
                    <a:pt x="462" y="47"/>
                  </a:lnTo>
                  <a:lnTo>
                    <a:pt x="500" y="0"/>
                  </a:lnTo>
                  <a:lnTo>
                    <a:pt x="629" y="128"/>
                  </a:lnTo>
                  <a:lnTo>
                    <a:pt x="757" y="128"/>
                  </a:lnTo>
                  <a:lnTo>
                    <a:pt x="852" y="231"/>
                  </a:lnTo>
                  <a:lnTo>
                    <a:pt x="816" y="396"/>
                  </a:lnTo>
                  <a:lnTo>
                    <a:pt x="703" y="493"/>
                  </a:lnTo>
                  <a:lnTo>
                    <a:pt x="736" y="606"/>
                  </a:lnTo>
                  <a:lnTo>
                    <a:pt x="823" y="638"/>
                  </a:lnTo>
                  <a:lnTo>
                    <a:pt x="816" y="767"/>
                  </a:lnTo>
                  <a:lnTo>
                    <a:pt x="623" y="767"/>
                  </a:lnTo>
                  <a:lnTo>
                    <a:pt x="477" y="687"/>
                  </a:lnTo>
                  <a:lnTo>
                    <a:pt x="413" y="848"/>
                  </a:lnTo>
                  <a:lnTo>
                    <a:pt x="494" y="1026"/>
                  </a:lnTo>
                  <a:lnTo>
                    <a:pt x="252" y="977"/>
                  </a:lnTo>
                  <a:lnTo>
                    <a:pt x="267" y="1073"/>
                  </a:lnTo>
                  <a:lnTo>
                    <a:pt x="113" y="1071"/>
                  </a:lnTo>
                  <a:lnTo>
                    <a:pt x="155" y="999"/>
                  </a:lnTo>
                  <a:lnTo>
                    <a:pt x="106" y="944"/>
                  </a:lnTo>
                  <a:lnTo>
                    <a:pt x="0" y="94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3" name="Freeform 24"/>
            <p:cNvSpPr>
              <a:spLocks noChangeAspect="1"/>
            </p:cNvSpPr>
            <p:nvPr/>
          </p:nvSpPr>
          <p:spPr bwMode="auto">
            <a:xfrm>
              <a:off x="3187700" y="3744913"/>
              <a:ext cx="403225" cy="498475"/>
            </a:xfrm>
            <a:custGeom>
              <a:avLst/>
              <a:gdLst>
                <a:gd name="T0" fmla="*/ 2147483647 w 1017"/>
                <a:gd name="T1" fmla="*/ 2147483647 h 1420"/>
                <a:gd name="T2" fmla="*/ 2147483647 w 1017"/>
                <a:gd name="T3" fmla="*/ 2147483647 h 1420"/>
                <a:gd name="T4" fmla="*/ 2147483647 w 1017"/>
                <a:gd name="T5" fmla="*/ 2147483647 h 1420"/>
                <a:gd name="T6" fmla="*/ 2147483647 w 1017"/>
                <a:gd name="T7" fmla="*/ 2147483647 h 1420"/>
                <a:gd name="T8" fmla="*/ 2147483647 w 1017"/>
                <a:gd name="T9" fmla="*/ 2147483647 h 1420"/>
                <a:gd name="T10" fmla="*/ 2147483647 w 1017"/>
                <a:gd name="T11" fmla="*/ 2147483647 h 1420"/>
                <a:gd name="T12" fmla="*/ 2147483647 w 1017"/>
                <a:gd name="T13" fmla="*/ 2147483647 h 1420"/>
                <a:gd name="T14" fmla="*/ 2147483647 w 1017"/>
                <a:gd name="T15" fmla="*/ 2147483647 h 1420"/>
                <a:gd name="T16" fmla="*/ 2147483647 w 1017"/>
                <a:gd name="T17" fmla="*/ 2147483647 h 1420"/>
                <a:gd name="T18" fmla="*/ 2147483647 w 1017"/>
                <a:gd name="T19" fmla="*/ 2147483647 h 1420"/>
                <a:gd name="T20" fmla="*/ 2147483647 w 1017"/>
                <a:gd name="T21" fmla="*/ 2147483647 h 1420"/>
                <a:gd name="T22" fmla="*/ 2147483647 w 1017"/>
                <a:gd name="T23" fmla="*/ 2147483647 h 1420"/>
                <a:gd name="T24" fmla="*/ 2147483647 w 1017"/>
                <a:gd name="T25" fmla="*/ 2147483647 h 1420"/>
                <a:gd name="T26" fmla="*/ 2147483647 w 1017"/>
                <a:gd name="T27" fmla="*/ 2147483647 h 1420"/>
                <a:gd name="T28" fmla="*/ 0 w 1017"/>
                <a:gd name="T29" fmla="*/ 2147483647 h 1420"/>
                <a:gd name="T30" fmla="*/ 0 w 1017"/>
                <a:gd name="T31" fmla="*/ 2147483647 h 1420"/>
                <a:gd name="T32" fmla="*/ 2147483647 w 1017"/>
                <a:gd name="T33" fmla="*/ 2147483647 h 1420"/>
                <a:gd name="T34" fmla="*/ 2147483647 w 1017"/>
                <a:gd name="T35" fmla="*/ 2147483647 h 1420"/>
                <a:gd name="T36" fmla="*/ 2147483647 w 1017"/>
                <a:gd name="T37" fmla="*/ 2147483647 h 1420"/>
                <a:gd name="T38" fmla="*/ 2147483647 w 1017"/>
                <a:gd name="T39" fmla="*/ 2147483647 h 1420"/>
                <a:gd name="T40" fmla="*/ 2147483647 w 1017"/>
                <a:gd name="T41" fmla="*/ 0 h 1420"/>
                <a:gd name="T42" fmla="*/ 2147483647 w 1017"/>
                <a:gd name="T43" fmla="*/ 2147483647 h 1420"/>
                <a:gd name="T44" fmla="*/ 2147483647 w 1017"/>
                <a:gd name="T45" fmla="*/ 2147483647 h 1420"/>
                <a:gd name="T46" fmla="*/ 2147483647 w 1017"/>
                <a:gd name="T47" fmla="*/ 2147483647 h 1420"/>
                <a:gd name="T48" fmla="*/ 2147483647 w 1017"/>
                <a:gd name="T49" fmla="*/ 2147483647 h 1420"/>
                <a:gd name="T50" fmla="*/ 2147483647 w 1017"/>
                <a:gd name="T51" fmla="*/ 2147483647 h 1420"/>
                <a:gd name="T52" fmla="*/ 2147483647 w 1017"/>
                <a:gd name="T53" fmla="*/ 2147483647 h 1420"/>
                <a:gd name="T54" fmla="*/ 2147483647 w 1017"/>
                <a:gd name="T55" fmla="*/ 2147483647 h 1420"/>
                <a:gd name="T56" fmla="*/ 2147483647 w 1017"/>
                <a:gd name="T57" fmla="*/ 2147483647 h 1420"/>
                <a:gd name="T58" fmla="*/ 2147483647 w 1017"/>
                <a:gd name="T59" fmla="*/ 2147483647 h 1420"/>
                <a:gd name="T60" fmla="*/ 2147483647 w 1017"/>
                <a:gd name="T61" fmla="*/ 2147483647 h 1420"/>
                <a:gd name="T62" fmla="*/ 2147483647 w 1017"/>
                <a:gd name="T63" fmla="*/ 2147483647 h 1420"/>
                <a:gd name="T64" fmla="*/ 2147483647 w 1017"/>
                <a:gd name="T65" fmla="*/ 2147483647 h 1420"/>
                <a:gd name="T66" fmla="*/ 2147483647 w 1017"/>
                <a:gd name="T67" fmla="*/ 2147483647 h 1420"/>
                <a:gd name="T68" fmla="*/ 2147483647 w 1017"/>
                <a:gd name="T69" fmla="*/ 2147483647 h 1420"/>
                <a:gd name="T70" fmla="*/ 2147483647 w 1017"/>
                <a:gd name="T71" fmla="*/ 2147483647 h 1420"/>
                <a:gd name="T72" fmla="*/ 2147483647 w 1017"/>
                <a:gd name="T73" fmla="*/ 2147483647 h 1420"/>
                <a:gd name="T74" fmla="*/ 2147483647 w 1017"/>
                <a:gd name="T75" fmla="*/ 2147483647 h 1420"/>
                <a:gd name="T76" fmla="*/ 2147483647 w 1017"/>
                <a:gd name="T77" fmla="*/ 2147483647 h 1420"/>
                <a:gd name="T78" fmla="*/ 2147483647 w 1017"/>
                <a:gd name="T79" fmla="*/ 2147483647 h 1420"/>
                <a:gd name="T80" fmla="*/ 2147483647 w 1017"/>
                <a:gd name="T81" fmla="*/ 2147483647 h 1420"/>
                <a:gd name="T82" fmla="*/ 2147483647 w 1017"/>
                <a:gd name="T83" fmla="*/ 2147483647 h 1420"/>
                <a:gd name="T84" fmla="*/ 2147483647 w 1017"/>
                <a:gd name="T85" fmla="*/ 2147483647 h 14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17"/>
                <a:gd name="T130" fmla="*/ 0 h 1420"/>
                <a:gd name="T131" fmla="*/ 1017 w 1017"/>
                <a:gd name="T132" fmla="*/ 1420 h 142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17" h="1420">
                  <a:moveTo>
                    <a:pt x="555" y="1306"/>
                  </a:moveTo>
                  <a:lnTo>
                    <a:pt x="523" y="1306"/>
                  </a:lnTo>
                  <a:lnTo>
                    <a:pt x="419" y="1394"/>
                  </a:lnTo>
                  <a:lnTo>
                    <a:pt x="355" y="1420"/>
                  </a:lnTo>
                  <a:lnTo>
                    <a:pt x="339" y="1346"/>
                  </a:lnTo>
                  <a:lnTo>
                    <a:pt x="281" y="1314"/>
                  </a:lnTo>
                  <a:lnTo>
                    <a:pt x="184" y="1371"/>
                  </a:lnTo>
                  <a:lnTo>
                    <a:pt x="145" y="1297"/>
                  </a:lnTo>
                  <a:lnTo>
                    <a:pt x="135" y="1151"/>
                  </a:lnTo>
                  <a:lnTo>
                    <a:pt x="200" y="1087"/>
                  </a:lnTo>
                  <a:lnTo>
                    <a:pt x="135" y="1032"/>
                  </a:lnTo>
                  <a:lnTo>
                    <a:pt x="80" y="1096"/>
                  </a:lnTo>
                  <a:lnTo>
                    <a:pt x="48" y="984"/>
                  </a:lnTo>
                  <a:lnTo>
                    <a:pt x="87" y="839"/>
                  </a:lnTo>
                  <a:lnTo>
                    <a:pt x="0" y="684"/>
                  </a:lnTo>
                  <a:lnTo>
                    <a:pt x="0" y="409"/>
                  </a:lnTo>
                  <a:lnTo>
                    <a:pt x="103" y="339"/>
                  </a:lnTo>
                  <a:lnTo>
                    <a:pt x="87" y="242"/>
                  </a:lnTo>
                  <a:lnTo>
                    <a:pt x="248" y="242"/>
                  </a:lnTo>
                  <a:lnTo>
                    <a:pt x="268" y="106"/>
                  </a:lnTo>
                  <a:lnTo>
                    <a:pt x="419" y="0"/>
                  </a:lnTo>
                  <a:lnTo>
                    <a:pt x="451" y="6"/>
                  </a:lnTo>
                  <a:lnTo>
                    <a:pt x="468" y="70"/>
                  </a:lnTo>
                  <a:lnTo>
                    <a:pt x="523" y="97"/>
                  </a:lnTo>
                  <a:lnTo>
                    <a:pt x="538" y="152"/>
                  </a:lnTo>
                  <a:lnTo>
                    <a:pt x="661" y="152"/>
                  </a:lnTo>
                  <a:lnTo>
                    <a:pt x="668" y="233"/>
                  </a:lnTo>
                  <a:lnTo>
                    <a:pt x="767" y="274"/>
                  </a:lnTo>
                  <a:lnTo>
                    <a:pt x="829" y="354"/>
                  </a:lnTo>
                  <a:lnTo>
                    <a:pt x="1017" y="409"/>
                  </a:lnTo>
                  <a:lnTo>
                    <a:pt x="1017" y="572"/>
                  </a:lnTo>
                  <a:lnTo>
                    <a:pt x="845" y="629"/>
                  </a:lnTo>
                  <a:lnTo>
                    <a:pt x="733" y="604"/>
                  </a:lnTo>
                  <a:lnTo>
                    <a:pt x="780" y="555"/>
                  </a:lnTo>
                  <a:lnTo>
                    <a:pt x="668" y="484"/>
                  </a:lnTo>
                  <a:lnTo>
                    <a:pt x="587" y="549"/>
                  </a:lnTo>
                  <a:lnTo>
                    <a:pt x="613" y="661"/>
                  </a:lnTo>
                  <a:lnTo>
                    <a:pt x="661" y="748"/>
                  </a:lnTo>
                  <a:lnTo>
                    <a:pt x="952" y="774"/>
                  </a:lnTo>
                  <a:lnTo>
                    <a:pt x="862" y="920"/>
                  </a:lnTo>
                  <a:lnTo>
                    <a:pt x="733" y="909"/>
                  </a:lnTo>
                  <a:lnTo>
                    <a:pt x="571" y="1161"/>
                  </a:lnTo>
                  <a:lnTo>
                    <a:pt x="555" y="1306"/>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4" name="Freeform 25"/>
            <p:cNvSpPr>
              <a:spLocks noChangeAspect="1"/>
            </p:cNvSpPr>
            <p:nvPr/>
          </p:nvSpPr>
          <p:spPr bwMode="auto">
            <a:xfrm>
              <a:off x="2905125" y="3865563"/>
              <a:ext cx="611188" cy="534987"/>
            </a:xfrm>
            <a:custGeom>
              <a:avLst/>
              <a:gdLst>
                <a:gd name="T0" fmla="*/ 2147483647 w 1522"/>
                <a:gd name="T1" fmla="*/ 2147483647 h 1523"/>
                <a:gd name="T2" fmla="*/ 2147483647 w 1522"/>
                <a:gd name="T3" fmla="*/ 2147483647 h 1523"/>
                <a:gd name="T4" fmla="*/ 2147483647 w 1522"/>
                <a:gd name="T5" fmla="*/ 2147483647 h 1523"/>
                <a:gd name="T6" fmla="*/ 2147483647 w 1522"/>
                <a:gd name="T7" fmla="*/ 2147483647 h 1523"/>
                <a:gd name="T8" fmla="*/ 2147483647 w 1522"/>
                <a:gd name="T9" fmla="*/ 2147483647 h 1523"/>
                <a:gd name="T10" fmla="*/ 2147483647 w 1522"/>
                <a:gd name="T11" fmla="*/ 2147483647 h 1523"/>
                <a:gd name="T12" fmla="*/ 2147483647 w 1522"/>
                <a:gd name="T13" fmla="*/ 2147483647 h 1523"/>
                <a:gd name="T14" fmla="*/ 2147483647 w 1522"/>
                <a:gd name="T15" fmla="*/ 2147483647 h 1523"/>
                <a:gd name="T16" fmla="*/ 2147483647 w 1522"/>
                <a:gd name="T17" fmla="*/ 2147483647 h 1523"/>
                <a:gd name="T18" fmla="*/ 2147483647 w 1522"/>
                <a:gd name="T19" fmla="*/ 2147483647 h 1523"/>
                <a:gd name="T20" fmla="*/ 2147483647 w 1522"/>
                <a:gd name="T21" fmla="*/ 2147483647 h 1523"/>
                <a:gd name="T22" fmla="*/ 2147483647 w 1522"/>
                <a:gd name="T23" fmla="*/ 2147483647 h 1523"/>
                <a:gd name="T24" fmla="*/ 2147483647 w 1522"/>
                <a:gd name="T25" fmla="*/ 2147483647 h 1523"/>
                <a:gd name="T26" fmla="*/ 2147483647 w 1522"/>
                <a:gd name="T27" fmla="*/ 2147483647 h 1523"/>
                <a:gd name="T28" fmla="*/ 2147483647 w 1522"/>
                <a:gd name="T29" fmla="*/ 2147483647 h 1523"/>
                <a:gd name="T30" fmla="*/ 2147483647 w 1522"/>
                <a:gd name="T31" fmla="*/ 2147483647 h 1523"/>
                <a:gd name="T32" fmla="*/ 2147483647 w 1522"/>
                <a:gd name="T33" fmla="*/ 2147483647 h 1523"/>
                <a:gd name="T34" fmla="*/ 2147483647 w 1522"/>
                <a:gd name="T35" fmla="*/ 2147483647 h 1523"/>
                <a:gd name="T36" fmla="*/ 2147483647 w 1522"/>
                <a:gd name="T37" fmla="*/ 2147483647 h 1523"/>
                <a:gd name="T38" fmla="*/ 0 w 1522"/>
                <a:gd name="T39" fmla="*/ 2147483647 h 1523"/>
                <a:gd name="T40" fmla="*/ 2147483647 w 1522"/>
                <a:gd name="T41" fmla="*/ 2147483647 h 1523"/>
                <a:gd name="T42" fmla="*/ 2147483647 w 1522"/>
                <a:gd name="T43" fmla="*/ 2147483647 h 1523"/>
                <a:gd name="T44" fmla="*/ 2147483647 w 1522"/>
                <a:gd name="T45" fmla="*/ 2147483647 h 1523"/>
                <a:gd name="T46" fmla="*/ 2147483647 w 1522"/>
                <a:gd name="T47" fmla="*/ 2147483647 h 1523"/>
                <a:gd name="T48" fmla="*/ 2147483647 w 1522"/>
                <a:gd name="T49" fmla="*/ 2147483647 h 1523"/>
                <a:gd name="T50" fmla="*/ 2147483647 w 1522"/>
                <a:gd name="T51" fmla="*/ 0 h 1523"/>
                <a:gd name="T52" fmla="*/ 2147483647 w 1522"/>
                <a:gd name="T53" fmla="*/ 2147483647 h 1523"/>
                <a:gd name="T54" fmla="*/ 2147483647 w 1522"/>
                <a:gd name="T55" fmla="*/ 2147483647 h 1523"/>
                <a:gd name="T56" fmla="*/ 2147483647 w 1522"/>
                <a:gd name="T57" fmla="*/ 2147483647 h 1523"/>
                <a:gd name="T58" fmla="*/ 2147483647 w 1522"/>
                <a:gd name="T59" fmla="*/ 2147483647 h 1523"/>
                <a:gd name="T60" fmla="*/ 2147483647 w 1522"/>
                <a:gd name="T61" fmla="*/ 2147483647 h 1523"/>
                <a:gd name="T62" fmla="*/ 2147483647 w 1522"/>
                <a:gd name="T63" fmla="*/ 2147483647 h 1523"/>
                <a:gd name="T64" fmla="*/ 2147483647 w 1522"/>
                <a:gd name="T65" fmla="*/ 2147483647 h 1523"/>
                <a:gd name="T66" fmla="*/ 2147483647 w 1522"/>
                <a:gd name="T67" fmla="*/ 2147483647 h 1523"/>
                <a:gd name="T68" fmla="*/ 2147483647 w 1522"/>
                <a:gd name="T69" fmla="*/ 2147483647 h 1523"/>
                <a:gd name="T70" fmla="*/ 2147483647 w 1522"/>
                <a:gd name="T71" fmla="*/ 2147483647 h 1523"/>
                <a:gd name="T72" fmla="*/ 2147483647 w 1522"/>
                <a:gd name="T73" fmla="*/ 2147483647 h 1523"/>
                <a:gd name="T74" fmla="*/ 2147483647 w 1522"/>
                <a:gd name="T75" fmla="*/ 2147483647 h 1523"/>
                <a:gd name="T76" fmla="*/ 2147483647 w 1522"/>
                <a:gd name="T77" fmla="*/ 2147483647 h 1523"/>
                <a:gd name="T78" fmla="*/ 2147483647 w 1522"/>
                <a:gd name="T79" fmla="*/ 2147483647 h 1523"/>
                <a:gd name="T80" fmla="*/ 2147483647 w 1522"/>
                <a:gd name="T81" fmla="*/ 2147483647 h 1523"/>
                <a:gd name="T82" fmla="*/ 2147483647 w 1522"/>
                <a:gd name="T83" fmla="*/ 2147483647 h 15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522"/>
                <a:gd name="T127" fmla="*/ 0 h 1523"/>
                <a:gd name="T128" fmla="*/ 1522 w 1522"/>
                <a:gd name="T129" fmla="*/ 1523 h 15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522" h="1523">
                  <a:moveTo>
                    <a:pt x="1255" y="958"/>
                  </a:moveTo>
                  <a:lnTo>
                    <a:pt x="1361" y="958"/>
                  </a:lnTo>
                  <a:lnTo>
                    <a:pt x="1410" y="1013"/>
                  </a:lnTo>
                  <a:lnTo>
                    <a:pt x="1368" y="1085"/>
                  </a:lnTo>
                  <a:lnTo>
                    <a:pt x="1346" y="1087"/>
                  </a:lnTo>
                  <a:lnTo>
                    <a:pt x="1522" y="1378"/>
                  </a:lnTo>
                  <a:lnTo>
                    <a:pt x="1393" y="1523"/>
                  </a:lnTo>
                  <a:lnTo>
                    <a:pt x="1232" y="1378"/>
                  </a:lnTo>
                  <a:lnTo>
                    <a:pt x="1087" y="1426"/>
                  </a:lnTo>
                  <a:lnTo>
                    <a:pt x="1007" y="1184"/>
                  </a:lnTo>
                  <a:lnTo>
                    <a:pt x="845" y="1184"/>
                  </a:lnTo>
                  <a:lnTo>
                    <a:pt x="780" y="1104"/>
                  </a:lnTo>
                  <a:lnTo>
                    <a:pt x="490" y="1104"/>
                  </a:lnTo>
                  <a:lnTo>
                    <a:pt x="523" y="1023"/>
                  </a:lnTo>
                  <a:lnTo>
                    <a:pt x="362" y="862"/>
                  </a:lnTo>
                  <a:lnTo>
                    <a:pt x="313" y="701"/>
                  </a:lnTo>
                  <a:lnTo>
                    <a:pt x="201" y="684"/>
                  </a:lnTo>
                  <a:lnTo>
                    <a:pt x="216" y="587"/>
                  </a:lnTo>
                  <a:lnTo>
                    <a:pt x="71" y="572"/>
                  </a:lnTo>
                  <a:lnTo>
                    <a:pt x="0" y="449"/>
                  </a:lnTo>
                  <a:lnTo>
                    <a:pt x="135" y="449"/>
                  </a:lnTo>
                  <a:lnTo>
                    <a:pt x="201" y="345"/>
                  </a:lnTo>
                  <a:lnTo>
                    <a:pt x="352" y="303"/>
                  </a:lnTo>
                  <a:lnTo>
                    <a:pt x="384" y="184"/>
                  </a:lnTo>
                  <a:lnTo>
                    <a:pt x="496" y="142"/>
                  </a:lnTo>
                  <a:lnTo>
                    <a:pt x="591" y="0"/>
                  </a:lnTo>
                  <a:lnTo>
                    <a:pt x="700" y="61"/>
                  </a:lnTo>
                  <a:lnTo>
                    <a:pt x="700" y="336"/>
                  </a:lnTo>
                  <a:lnTo>
                    <a:pt x="787" y="491"/>
                  </a:lnTo>
                  <a:lnTo>
                    <a:pt x="748" y="636"/>
                  </a:lnTo>
                  <a:lnTo>
                    <a:pt x="780" y="748"/>
                  </a:lnTo>
                  <a:lnTo>
                    <a:pt x="835" y="684"/>
                  </a:lnTo>
                  <a:lnTo>
                    <a:pt x="900" y="739"/>
                  </a:lnTo>
                  <a:lnTo>
                    <a:pt x="835" y="803"/>
                  </a:lnTo>
                  <a:lnTo>
                    <a:pt x="845" y="949"/>
                  </a:lnTo>
                  <a:lnTo>
                    <a:pt x="884" y="1023"/>
                  </a:lnTo>
                  <a:lnTo>
                    <a:pt x="981" y="966"/>
                  </a:lnTo>
                  <a:lnTo>
                    <a:pt x="1039" y="998"/>
                  </a:lnTo>
                  <a:lnTo>
                    <a:pt x="1055" y="1072"/>
                  </a:lnTo>
                  <a:lnTo>
                    <a:pt x="1119" y="1046"/>
                  </a:lnTo>
                  <a:lnTo>
                    <a:pt x="1223" y="958"/>
                  </a:lnTo>
                  <a:lnTo>
                    <a:pt x="1255" y="95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5" name="Freeform 26"/>
            <p:cNvSpPr>
              <a:spLocks noChangeAspect="1"/>
            </p:cNvSpPr>
            <p:nvPr/>
          </p:nvSpPr>
          <p:spPr bwMode="auto">
            <a:xfrm>
              <a:off x="2641600" y="2852738"/>
              <a:ext cx="608013" cy="447675"/>
            </a:xfrm>
            <a:custGeom>
              <a:avLst/>
              <a:gdLst>
                <a:gd name="T0" fmla="*/ 2147483647 w 1516"/>
                <a:gd name="T1" fmla="*/ 2147483647 h 1275"/>
                <a:gd name="T2" fmla="*/ 2147483647 w 1516"/>
                <a:gd name="T3" fmla="*/ 2147483647 h 1275"/>
                <a:gd name="T4" fmla="*/ 0 w 1516"/>
                <a:gd name="T5" fmla="*/ 2147483647 h 1275"/>
                <a:gd name="T6" fmla="*/ 2147483647 w 1516"/>
                <a:gd name="T7" fmla="*/ 2147483647 h 1275"/>
                <a:gd name="T8" fmla="*/ 2147483647 w 1516"/>
                <a:gd name="T9" fmla="*/ 2147483647 h 1275"/>
                <a:gd name="T10" fmla="*/ 2147483647 w 1516"/>
                <a:gd name="T11" fmla="*/ 2147483647 h 1275"/>
                <a:gd name="T12" fmla="*/ 2147483647 w 1516"/>
                <a:gd name="T13" fmla="*/ 2147483647 h 1275"/>
                <a:gd name="T14" fmla="*/ 2147483647 w 1516"/>
                <a:gd name="T15" fmla="*/ 0 h 1275"/>
                <a:gd name="T16" fmla="*/ 2147483647 w 1516"/>
                <a:gd name="T17" fmla="*/ 2147483647 h 1275"/>
                <a:gd name="T18" fmla="*/ 2147483647 w 1516"/>
                <a:gd name="T19" fmla="*/ 2147483647 h 1275"/>
                <a:gd name="T20" fmla="*/ 2147483647 w 1516"/>
                <a:gd name="T21" fmla="*/ 2147483647 h 1275"/>
                <a:gd name="T22" fmla="*/ 2147483647 w 1516"/>
                <a:gd name="T23" fmla="*/ 2147483647 h 1275"/>
                <a:gd name="T24" fmla="*/ 2147483647 w 1516"/>
                <a:gd name="T25" fmla="*/ 2147483647 h 1275"/>
                <a:gd name="T26" fmla="*/ 2147483647 w 1516"/>
                <a:gd name="T27" fmla="*/ 2147483647 h 1275"/>
                <a:gd name="T28" fmla="*/ 2147483647 w 1516"/>
                <a:gd name="T29" fmla="*/ 2147483647 h 1275"/>
                <a:gd name="T30" fmla="*/ 2147483647 w 1516"/>
                <a:gd name="T31" fmla="*/ 2147483647 h 1275"/>
                <a:gd name="T32" fmla="*/ 2147483647 w 1516"/>
                <a:gd name="T33" fmla="*/ 2147483647 h 1275"/>
                <a:gd name="T34" fmla="*/ 2147483647 w 1516"/>
                <a:gd name="T35" fmla="*/ 2147483647 h 1275"/>
                <a:gd name="T36" fmla="*/ 2147483647 w 1516"/>
                <a:gd name="T37" fmla="*/ 2147483647 h 1275"/>
                <a:gd name="T38" fmla="*/ 2147483647 w 1516"/>
                <a:gd name="T39" fmla="*/ 2147483647 h 1275"/>
                <a:gd name="T40" fmla="*/ 2147483647 w 1516"/>
                <a:gd name="T41" fmla="*/ 2147483647 h 1275"/>
                <a:gd name="T42" fmla="*/ 2147483647 w 1516"/>
                <a:gd name="T43" fmla="*/ 2147483647 h 1275"/>
                <a:gd name="T44" fmla="*/ 2147483647 w 1516"/>
                <a:gd name="T45" fmla="*/ 2147483647 h 1275"/>
                <a:gd name="T46" fmla="*/ 2147483647 w 1516"/>
                <a:gd name="T47" fmla="*/ 2147483647 h 1275"/>
                <a:gd name="T48" fmla="*/ 2147483647 w 1516"/>
                <a:gd name="T49" fmla="*/ 2147483647 h 1275"/>
                <a:gd name="T50" fmla="*/ 2147483647 w 1516"/>
                <a:gd name="T51" fmla="*/ 2147483647 h 1275"/>
                <a:gd name="T52" fmla="*/ 2147483647 w 1516"/>
                <a:gd name="T53" fmla="*/ 2147483647 h 1275"/>
                <a:gd name="T54" fmla="*/ 2147483647 w 1516"/>
                <a:gd name="T55" fmla="*/ 2147483647 h 1275"/>
                <a:gd name="T56" fmla="*/ 2147483647 w 1516"/>
                <a:gd name="T57" fmla="*/ 2147483647 h 1275"/>
                <a:gd name="T58" fmla="*/ 2147483647 w 1516"/>
                <a:gd name="T59" fmla="*/ 2147483647 h 1275"/>
                <a:gd name="T60" fmla="*/ 2147483647 w 1516"/>
                <a:gd name="T61" fmla="*/ 2147483647 h 127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6"/>
                <a:gd name="T94" fmla="*/ 0 h 1275"/>
                <a:gd name="T95" fmla="*/ 1516 w 1516"/>
                <a:gd name="T96" fmla="*/ 1275 h 127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6" h="1275">
                  <a:moveTo>
                    <a:pt x="70" y="582"/>
                  </a:moveTo>
                  <a:lnTo>
                    <a:pt x="64" y="517"/>
                  </a:lnTo>
                  <a:lnTo>
                    <a:pt x="0" y="459"/>
                  </a:lnTo>
                  <a:lnTo>
                    <a:pt x="15" y="332"/>
                  </a:lnTo>
                  <a:lnTo>
                    <a:pt x="187" y="317"/>
                  </a:lnTo>
                  <a:lnTo>
                    <a:pt x="203" y="194"/>
                  </a:lnTo>
                  <a:lnTo>
                    <a:pt x="480" y="10"/>
                  </a:lnTo>
                  <a:lnTo>
                    <a:pt x="564" y="0"/>
                  </a:lnTo>
                  <a:lnTo>
                    <a:pt x="735" y="145"/>
                  </a:lnTo>
                  <a:lnTo>
                    <a:pt x="670" y="200"/>
                  </a:lnTo>
                  <a:lnTo>
                    <a:pt x="693" y="387"/>
                  </a:lnTo>
                  <a:lnTo>
                    <a:pt x="929" y="620"/>
                  </a:lnTo>
                  <a:lnTo>
                    <a:pt x="1058" y="614"/>
                  </a:lnTo>
                  <a:lnTo>
                    <a:pt x="1080" y="716"/>
                  </a:lnTo>
                  <a:lnTo>
                    <a:pt x="1225" y="749"/>
                  </a:lnTo>
                  <a:lnTo>
                    <a:pt x="1435" y="877"/>
                  </a:lnTo>
                  <a:lnTo>
                    <a:pt x="1509" y="987"/>
                  </a:lnTo>
                  <a:lnTo>
                    <a:pt x="1516" y="1072"/>
                  </a:lnTo>
                  <a:lnTo>
                    <a:pt x="1397" y="1169"/>
                  </a:lnTo>
                  <a:lnTo>
                    <a:pt x="1370" y="1259"/>
                  </a:lnTo>
                  <a:lnTo>
                    <a:pt x="1364" y="1265"/>
                  </a:lnTo>
                  <a:lnTo>
                    <a:pt x="1113" y="1275"/>
                  </a:lnTo>
                  <a:lnTo>
                    <a:pt x="757" y="953"/>
                  </a:lnTo>
                  <a:lnTo>
                    <a:pt x="532" y="1007"/>
                  </a:lnTo>
                  <a:lnTo>
                    <a:pt x="445" y="968"/>
                  </a:lnTo>
                  <a:lnTo>
                    <a:pt x="445" y="866"/>
                  </a:lnTo>
                  <a:lnTo>
                    <a:pt x="500" y="807"/>
                  </a:lnTo>
                  <a:lnTo>
                    <a:pt x="471" y="735"/>
                  </a:lnTo>
                  <a:lnTo>
                    <a:pt x="161" y="726"/>
                  </a:lnTo>
                  <a:lnTo>
                    <a:pt x="138" y="574"/>
                  </a:lnTo>
                  <a:lnTo>
                    <a:pt x="70" y="58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6" name="Freeform 27"/>
            <p:cNvSpPr>
              <a:spLocks noChangeAspect="1"/>
            </p:cNvSpPr>
            <p:nvPr/>
          </p:nvSpPr>
          <p:spPr bwMode="auto">
            <a:xfrm>
              <a:off x="3006725" y="3198813"/>
              <a:ext cx="501650" cy="496887"/>
            </a:xfrm>
            <a:custGeom>
              <a:avLst/>
              <a:gdLst>
                <a:gd name="T0" fmla="*/ 2147483647 w 1259"/>
                <a:gd name="T1" fmla="*/ 2147483647 h 1418"/>
                <a:gd name="T2" fmla="*/ 2147483647 w 1259"/>
                <a:gd name="T3" fmla="*/ 2147483647 h 1418"/>
                <a:gd name="T4" fmla="*/ 2147483647 w 1259"/>
                <a:gd name="T5" fmla="*/ 2147483647 h 1418"/>
                <a:gd name="T6" fmla="*/ 2147483647 w 1259"/>
                <a:gd name="T7" fmla="*/ 2147483647 h 1418"/>
                <a:gd name="T8" fmla="*/ 2147483647 w 1259"/>
                <a:gd name="T9" fmla="*/ 2147483647 h 1418"/>
                <a:gd name="T10" fmla="*/ 2147483647 w 1259"/>
                <a:gd name="T11" fmla="*/ 2147483647 h 1418"/>
                <a:gd name="T12" fmla="*/ 2147483647 w 1259"/>
                <a:gd name="T13" fmla="*/ 2147483647 h 1418"/>
                <a:gd name="T14" fmla="*/ 2147483647 w 1259"/>
                <a:gd name="T15" fmla="*/ 2147483647 h 1418"/>
                <a:gd name="T16" fmla="*/ 2147483647 w 1259"/>
                <a:gd name="T17" fmla="*/ 2147483647 h 1418"/>
                <a:gd name="T18" fmla="*/ 2147483647 w 1259"/>
                <a:gd name="T19" fmla="*/ 2147483647 h 1418"/>
                <a:gd name="T20" fmla="*/ 2147483647 w 1259"/>
                <a:gd name="T21" fmla="*/ 2147483647 h 1418"/>
                <a:gd name="T22" fmla="*/ 2147483647 w 1259"/>
                <a:gd name="T23" fmla="*/ 2147483647 h 1418"/>
                <a:gd name="T24" fmla="*/ 2147483647 w 1259"/>
                <a:gd name="T25" fmla="*/ 2147483647 h 1418"/>
                <a:gd name="T26" fmla="*/ 2147483647 w 1259"/>
                <a:gd name="T27" fmla="*/ 2147483647 h 1418"/>
                <a:gd name="T28" fmla="*/ 2147483647 w 1259"/>
                <a:gd name="T29" fmla="*/ 2147483647 h 1418"/>
                <a:gd name="T30" fmla="*/ 0 w 1259"/>
                <a:gd name="T31" fmla="*/ 2147483647 h 1418"/>
                <a:gd name="T32" fmla="*/ 2147483647 w 1259"/>
                <a:gd name="T33" fmla="*/ 2147483647 h 1418"/>
                <a:gd name="T34" fmla="*/ 2147483647 w 1259"/>
                <a:gd name="T35" fmla="*/ 2147483647 h 1418"/>
                <a:gd name="T36" fmla="*/ 2147483647 w 1259"/>
                <a:gd name="T37" fmla="*/ 2147483647 h 1418"/>
                <a:gd name="T38" fmla="*/ 2147483647 w 1259"/>
                <a:gd name="T39" fmla="*/ 2147483647 h 1418"/>
                <a:gd name="T40" fmla="*/ 2147483647 w 1259"/>
                <a:gd name="T41" fmla="*/ 2147483647 h 1418"/>
                <a:gd name="T42" fmla="*/ 2147483647 w 1259"/>
                <a:gd name="T43" fmla="*/ 2147483647 h 1418"/>
                <a:gd name="T44" fmla="*/ 2147483647 w 1259"/>
                <a:gd name="T45" fmla="*/ 2147483647 h 1418"/>
                <a:gd name="T46" fmla="*/ 2147483647 w 1259"/>
                <a:gd name="T47" fmla="*/ 2147483647 h 1418"/>
                <a:gd name="T48" fmla="*/ 2147483647 w 1259"/>
                <a:gd name="T49" fmla="*/ 2147483647 h 1418"/>
                <a:gd name="T50" fmla="*/ 2147483647 w 1259"/>
                <a:gd name="T51" fmla="*/ 2147483647 h 1418"/>
                <a:gd name="T52" fmla="*/ 2147483647 w 1259"/>
                <a:gd name="T53" fmla="*/ 2147483647 h 1418"/>
                <a:gd name="T54" fmla="*/ 2147483647 w 1259"/>
                <a:gd name="T55" fmla="*/ 0 h 1418"/>
                <a:gd name="T56" fmla="*/ 2147483647 w 1259"/>
                <a:gd name="T57" fmla="*/ 2147483647 h 1418"/>
                <a:gd name="T58" fmla="*/ 2147483647 w 1259"/>
                <a:gd name="T59" fmla="*/ 2147483647 h 1418"/>
                <a:gd name="T60" fmla="*/ 2147483647 w 1259"/>
                <a:gd name="T61" fmla="*/ 2147483647 h 1418"/>
                <a:gd name="T62" fmla="*/ 2147483647 w 1259"/>
                <a:gd name="T63" fmla="*/ 2147483647 h 1418"/>
                <a:gd name="T64" fmla="*/ 2147483647 w 1259"/>
                <a:gd name="T65" fmla="*/ 2147483647 h 1418"/>
                <a:gd name="T66" fmla="*/ 2147483647 w 1259"/>
                <a:gd name="T67" fmla="*/ 2147483647 h 1418"/>
                <a:gd name="T68" fmla="*/ 2147483647 w 1259"/>
                <a:gd name="T69" fmla="*/ 2147483647 h 1418"/>
                <a:gd name="T70" fmla="*/ 2147483647 w 1259"/>
                <a:gd name="T71" fmla="*/ 2147483647 h 1418"/>
                <a:gd name="T72" fmla="*/ 2147483647 w 1259"/>
                <a:gd name="T73" fmla="*/ 2147483647 h 1418"/>
                <a:gd name="T74" fmla="*/ 2147483647 w 1259"/>
                <a:gd name="T75" fmla="*/ 2147483647 h 1418"/>
                <a:gd name="T76" fmla="*/ 2147483647 w 1259"/>
                <a:gd name="T77" fmla="*/ 2147483647 h 1418"/>
                <a:gd name="T78" fmla="*/ 2147483647 w 1259"/>
                <a:gd name="T79" fmla="*/ 2147483647 h 1418"/>
                <a:gd name="T80" fmla="*/ 2147483647 w 1259"/>
                <a:gd name="T81" fmla="*/ 2147483647 h 14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59"/>
                <a:gd name="T124" fmla="*/ 0 h 1418"/>
                <a:gd name="T125" fmla="*/ 1259 w 1259"/>
                <a:gd name="T126" fmla="*/ 1418 h 14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59" h="1418">
                  <a:moveTo>
                    <a:pt x="1104" y="1047"/>
                  </a:moveTo>
                  <a:lnTo>
                    <a:pt x="1023" y="1062"/>
                  </a:lnTo>
                  <a:lnTo>
                    <a:pt x="952" y="1079"/>
                  </a:lnTo>
                  <a:lnTo>
                    <a:pt x="894" y="975"/>
                  </a:lnTo>
                  <a:lnTo>
                    <a:pt x="791" y="949"/>
                  </a:lnTo>
                  <a:lnTo>
                    <a:pt x="717" y="1111"/>
                  </a:lnTo>
                  <a:lnTo>
                    <a:pt x="597" y="1149"/>
                  </a:lnTo>
                  <a:lnTo>
                    <a:pt x="564" y="1265"/>
                  </a:lnTo>
                  <a:lnTo>
                    <a:pt x="436" y="1418"/>
                  </a:lnTo>
                  <a:lnTo>
                    <a:pt x="411" y="1265"/>
                  </a:lnTo>
                  <a:lnTo>
                    <a:pt x="362" y="1249"/>
                  </a:lnTo>
                  <a:lnTo>
                    <a:pt x="356" y="1214"/>
                  </a:lnTo>
                  <a:lnTo>
                    <a:pt x="329" y="1104"/>
                  </a:lnTo>
                  <a:lnTo>
                    <a:pt x="362" y="998"/>
                  </a:lnTo>
                  <a:lnTo>
                    <a:pt x="161" y="981"/>
                  </a:lnTo>
                  <a:lnTo>
                    <a:pt x="0" y="884"/>
                  </a:lnTo>
                  <a:lnTo>
                    <a:pt x="10" y="862"/>
                  </a:lnTo>
                  <a:lnTo>
                    <a:pt x="55" y="755"/>
                  </a:lnTo>
                  <a:lnTo>
                    <a:pt x="194" y="782"/>
                  </a:lnTo>
                  <a:lnTo>
                    <a:pt x="258" y="697"/>
                  </a:lnTo>
                  <a:lnTo>
                    <a:pt x="161" y="572"/>
                  </a:lnTo>
                  <a:lnTo>
                    <a:pt x="258" y="498"/>
                  </a:lnTo>
                  <a:lnTo>
                    <a:pt x="403" y="491"/>
                  </a:lnTo>
                  <a:lnTo>
                    <a:pt x="452" y="278"/>
                  </a:lnTo>
                  <a:lnTo>
                    <a:pt x="458" y="272"/>
                  </a:lnTo>
                  <a:lnTo>
                    <a:pt x="485" y="182"/>
                  </a:lnTo>
                  <a:lnTo>
                    <a:pt x="604" y="85"/>
                  </a:lnTo>
                  <a:lnTo>
                    <a:pt x="597" y="0"/>
                  </a:lnTo>
                  <a:lnTo>
                    <a:pt x="749" y="30"/>
                  </a:lnTo>
                  <a:lnTo>
                    <a:pt x="755" y="184"/>
                  </a:lnTo>
                  <a:lnTo>
                    <a:pt x="636" y="362"/>
                  </a:lnTo>
                  <a:lnTo>
                    <a:pt x="646" y="588"/>
                  </a:lnTo>
                  <a:lnTo>
                    <a:pt x="727" y="594"/>
                  </a:lnTo>
                  <a:lnTo>
                    <a:pt x="791" y="523"/>
                  </a:lnTo>
                  <a:lnTo>
                    <a:pt x="958" y="530"/>
                  </a:lnTo>
                  <a:lnTo>
                    <a:pt x="1001" y="568"/>
                  </a:lnTo>
                  <a:lnTo>
                    <a:pt x="1139" y="545"/>
                  </a:lnTo>
                  <a:lnTo>
                    <a:pt x="1145" y="600"/>
                  </a:lnTo>
                  <a:lnTo>
                    <a:pt x="1259" y="665"/>
                  </a:lnTo>
                  <a:lnTo>
                    <a:pt x="1136" y="795"/>
                  </a:lnTo>
                  <a:lnTo>
                    <a:pt x="1104" y="104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7" name="Freeform 28"/>
            <p:cNvSpPr>
              <a:spLocks noChangeAspect="1"/>
            </p:cNvSpPr>
            <p:nvPr/>
          </p:nvSpPr>
          <p:spPr bwMode="auto">
            <a:xfrm>
              <a:off x="3178175" y="3530600"/>
              <a:ext cx="242888" cy="254000"/>
            </a:xfrm>
            <a:custGeom>
              <a:avLst/>
              <a:gdLst>
                <a:gd name="T0" fmla="*/ 2147483647 w 603"/>
                <a:gd name="T1" fmla="*/ 2147483647 h 726"/>
                <a:gd name="T2" fmla="*/ 2147483647 w 603"/>
                <a:gd name="T3" fmla="*/ 2147483647 h 726"/>
                <a:gd name="T4" fmla="*/ 2147483647 w 603"/>
                <a:gd name="T5" fmla="*/ 2147483647 h 726"/>
                <a:gd name="T6" fmla="*/ 2147483647 w 603"/>
                <a:gd name="T7" fmla="*/ 2147483647 h 726"/>
                <a:gd name="T8" fmla="*/ 2147483647 w 603"/>
                <a:gd name="T9" fmla="*/ 2147483647 h 726"/>
                <a:gd name="T10" fmla="*/ 2147483647 w 603"/>
                <a:gd name="T11" fmla="*/ 2147483647 h 726"/>
                <a:gd name="T12" fmla="*/ 2147483647 w 603"/>
                <a:gd name="T13" fmla="*/ 2147483647 h 726"/>
                <a:gd name="T14" fmla="*/ 2147483647 w 603"/>
                <a:gd name="T15" fmla="*/ 2147483647 h 726"/>
                <a:gd name="T16" fmla="*/ 2147483647 w 603"/>
                <a:gd name="T17" fmla="*/ 2147483647 h 726"/>
                <a:gd name="T18" fmla="*/ 2147483647 w 603"/>
                <a:gd name="T19" fmla="*/ 2147483647 h 726"/>
                <a:gd name="T20" fmla="*/ 2147483647 w 603"/>
                <a:gd name="T21" fmla="*/ 2147483647 h 726"/>
                <a:gd name="T22" fmla="*/ 0 w 603"/>
                <a:gd name="T23" fmla="*/ 2147483647 h 726"/>
                <a:gd name="T24" fmla="*/ 2147483647 w 603"/>
                <a:gd name="T25" fmla="*/ 2147483647 h 726"/>
                <a:gd name="T26" fmla="*/ 2147483647 w 603"/>
                <a:gd name="T27" fmla="*/ 2147483647 h 726"/>
                <a:gd name="T28" fmla="*/ 2147483647 w 603"/>
                <a:gd name="T29" fmla="*/ 2147483647 h 726"/>
                <a:gd name="T30" fmla="*/ 2147483647 w 603"/>
                <a:gd name="T31" fmla="*/ 0 h 726"/>
                <a:gd name="T32" fmla="*/ 2147483647 w 603"/>
                <a:gd name="T33" fmla="*/ 2147483647 h 726"/>
                <a:gd name="T34" fmla="*/ 2147483647 w 603"/>
                <a:gd name="T35" fmla="*/ 2147483647 h 726"/>
                <a:gd name="T36" fmla="*/ 2147483647 w 603"/>
                <a:gd name="T37" fmla="*/ 2147483647 h 7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3"/>
                <a:gd name="T58" fmla="*/ 0 h 726"/>
                <a:gd name="T59" fmla="*/ 603 w 603"/>
                <a:gd name="T60" fmla="*/ 726 h 7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3" h="726">
                  <a:moveTo>
                    <a:pt x="587" y="113"/>
                  </a:moveTo>
                  <a:lnTo>
                    <a:pt x="603" y="268"/>
                  </a:lnTo>
                  <a:lnTo>
                    <a:pt x="539" y="306"/>
                  </a:lnTo>
                  <a:lnTo>
                    <a:pt x="548" y="461"/>
                  </a:lnTo>
                  <a:lnTo>
                    <a:pt x="355" y="510"/>
                  </a:lnTo>
                  <a:lnTo>
                    <a:pt x="435" y="607"/>
                  </a:lnTo>
                  <a:lnTo>
                    <a:pt x="284" y="713"/>
                  </a:lnTo>
                  <a:lnTo>
                    <a:pt x="264" y="726"/>
                  </a:lnTo>
                  <a:lnTo>
                    <a:pt x="248" y="543"/>
                  </a:lnTo>
                  <a:lnTo>
                    <a:pt x="145" y="533"/>
                  </a:lnTo>
                  <a:lnTo>
                    <a:pt x="136" y="597"/>
                  </a:lnTo>
                  <a:lnTo>
                    <a:pt x="0" y="469"/>
                  </a:lnTo>
                  <a:lnTo>
                    <a:pt x="128" y="316"/>
                  </a:lnTo>
                  <a:lnTo>
                    <a:pt x="161" y="200"/>
                  </a:lnTo>
                  <a:lnTo>
                    <a:pt x="281" y="162"/>
                  </a:lnTo>
                  <a:lnTo>
                    <a:pt x="355" y="0"/>
                  </a:lnTo>
                  <a:lnTo>
                    <a:pt x="458" y="26"/>
                  </a:lnTo>
                  <a:lnTo>
                    <a:pt x="516" y="130"/>
                  </a:lnTo>
                  <a:lnTo>
                    <a:pt x="587" y="11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8" name="Freeform 29"/>
            <p:cNvSpPr>
              <a:spLocks noChangeAspect="1"/>
            </p:cNvSpPr>
            <p:nvPr/>
          </p:nvSpPr>
          <p:spPr bwMode="auto">
            <a:xfrm>
              <a:off x="2905125" y="3624263"/>
              <a:ext cx="388938" cy="263525"/>
            </a:xfrm>
            <a:custGeom>
              <a:avLst/>
              <a:gdLst>
                <a:gd name="T0" fmla="*/ 2147483647 w 971"/>
                <a:gd name="T1" fmla="*/ 0 h 751"/>
                <a:gd name="T2" fmla="*/ 2147483647 w 971"/>
                <a:gd name="T3" fmla="*/ 2147483647 h 751"/>
                <a:gd name="T4" fmla="*/ 2147483647 w 971"/>
                <a:gd name="T5" fmla="*/ 2147483647 h 751"/>
                <a:gd name="T6" fmla="*/ 2147483647 w 971"/>
                <a:gd name="T7" fmla="*/ 2147483647 h 751"/>
                <a:gd name="T8" fmla="*/ 0 w 971"/>
                <a:gd name="T9" fmla="*/ 2147483647 h 751"/>
                <a:gd name="T10" fmla="*/ 2147483647 w 971"/>
                <a:gd name="T11" fmla="*/ 2147483647 h 751"/>
                <a:gd name="T12" fmla="*/ 2147483647 w 971"/>
                <a:gd name="T13" fmla="*/ 2147483647 h 751"/>
                <a:gd name="T14" fmla="*/ 2147483647 w 971"/>
                <a:gd name="T15" fmla="*/ 2147483647 h 751"/>
                <a:gd name="T16" fmla="*/ 2147483647 w 971"/>
                <a:gd name="T17" fmla="*/ 2147483647 h 751"/>
                <a:gd name="T18" fmla="*/ 2147483647 w 971"/>
                <a:gd name="T19" fmla="*/ 2147483647 h 751"/>
                <a:gd name="T20" fmla="*/ 2147483647 w 971"/>
                <a:gd name="T21" fmla="*/ 2147483647 h 751"/>
                <a:gd name="T22" fmla="*/ 2147483647 w 971"/>
                <a:gd name="T23" fmla="*/ 2147483647 h 751"/>
                <a:gd name="T24" fmla="*/ 2147483647 w 971"/>
                <a:gd name="T25" fmla="*/ 2147483647 h 751"/>
                <a:gd name="T26" fmla="*/ 2147483647 w 971"/>
                <a:gd name="T27" fmla="*/ 2147483647 h 751"/>
                <a:gd name="T28" fmla="*/ 2147483647 w 971"/>
                <a:gd name="T29" fmla="*/ 2147483647 h 751"/>
                <a:gd name="T30" fmla="*/ 2147483647 w 971"/>
                <a:gd name="T31" fmla="*/ 2147483647 h 751"/>
                <a:gd name="T32" fmla="*/ 2147483647 w 971"/>
                <a:gd name="T33" fmla="*/ 2147483647 h 751"/>
                <a:gd name="T34" fmla="*/ 2147483647 w 971"/>
                <a:gd name="T35" fmla="*/ 2147483647 h 751"/>
                <a:gd name="T36" fmla="*/ 2147483647 w 971"/>
                <a:gd name="T37" fmla="*/ 2147483647 h 751"/>
                <a:gd name="T38" fmla="*/ 2147483647 w 971"/>
                <a:gd name="T39" fmla="*/ 2147483647 h 751"/>
                <a:gd name="T40" fmla="*/ 2147483647 w 971"/>
                <a:gd name="T41" fmla="*/ 2147483647 h 751"/>
                <a:gd name="T42" fmla="*/ 2147483647 w 971"/>
                <a:gd name="T43" fmla="*/ 2147483647 h 751"/>
                <a:gd name="T44" fmla="*/ 2147483647 w 971"/>
                <a:gd name="T45" fmla="*/ 2147483647 h 751"/>
                <a:gd name="T46" fmla="*/ 2147483647 w 971"/>
                <a:gd name="T47" fmla="*/ 0 h 7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71"/>
                <a:gd name="T73" fmla="*/ 0 h 751"/>
                <a:gd name="T74" fmla="*/ 971 w 971"/>
                <a:gd name="T75" fmla="*/ 751 h 7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71" h="751">
                  <a:moveTo>
                    <a:pt x="607" y="0"/>
                  </a:moveTo>
                  <a:lnTo>
                    <a:pt x="251" y="26"/>
                  </a:lnTo>
                  <a:lnTo>
                    <a:pt x="128" y="90"/>
                  </a:lnTo>
                  <a:lnTo>
                    <a:pt x="128" y="149"/>
                  </a:lnTo>
                  <a:lnTo>
                    <a:pt x="0" y="213"/>
                  </a:lnTo>
                  <a:lnTo>
                    <a:pt x="96" y="310"/>
                  </a:lnTo>
                  <a:lnTo>
                    <a:pt x="236" y="325"/>
                  </a:lnTo>
                  <a:lnTo>
                    <a:pt x="268" y="455"/>
                  </a:lnTo>
                  <a:lnTo>
                    <a:pt x="306" y="526"/>
                  </a:lnTo>
                  <a:lnTo>
                    <a:pt x="467" y="526"/>
                  </a:lnTo>
                  <a:lnTo>
                    <a:pt x="594" y="690"/>
                  </a:lnTo>
                  <a:lnTo>
                    <a:pt x="703" y="751"/>
                  </a:lnTo>
                  <a:lnTo>
                    <a:pt x="806" y="681"/>
                  </a:lnTo>
                  <a:lnTo>
                    <a:pt x="790" y="584"/>
                  </a:lnTo>
                  <a:lnTo>
                    <a:pt x="951" y="584"/>
                  </a:lnTo>
                  <a:lnTo>
                    <a:pt x="971" y="448"/>
                  </a:lnTo>
                  <a:lnTo>
                    <a:pt x="951" y="461"/>
                  </a:lnTo>
                  <a:lnTo>
                    <a:pt x="935" y="278"/>
                  </a:lnTo>
                  <a:lnTo>
                    <a:pt x="832" y="268"/>
                  </a:lnTo>
                  <a:lnTo>
                    <a:pt x="823" y="332"/>
                  </a:lnTo>
                  <a:lnTo>
                    <a:pt x="687" y="204"/>
                  </a:lnTo>
                  <a:lnTo>
                    <a:pt x="662" y="51"/>
                  </a:lnTo>
                  <a:lnTo>
                    <a:pt x="613" y="35"/>
                  </a:lnTo>
                  <a:lnTo>
                    <a:pt x="607"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09" name="Freeform 30"/>
            <p:cNvSpPr>
              <a:spLocks noChangeAspect="1"/>
            </p:cNvSpPr>
            <p:nvPr/>
          </p:nvSpPr>
          <p:spPr bwMode="auto">
            <a:xfrm>
              <a:off x="2925763" y="3486150"/>
              <a:ext cx="225425" cy="146050"/>
            </a:xfrm>
            <a:custGeom>
              <a:avLst/>
              <a:gdLst>
                <a:gd name="T0" fmla="*/ 2147483647 w 565"/>
                <a:gd name="T1" fmla="*/ 2147483647 h 420"/>
                <a:gd name="T2" fmla="*/ 2147483647 w 565"/>
                <a:gd name="T3" fmla="*/ 2147483647 h 420"/>
                <a:gd name="T4" fmla="*/ 2147483647 w 565"/>
                <a:gd name="T5" fmla="*/ 2147483647 h 420"/>
                <a:gd name="T6" fmla="*/ 0 w 565"/>
                <a:gd name="T7" fmla="*/ 2147483647 h 420"/>
                <a:gd name="T8" fmla="*/ 0 w 565"/>
                <a:gd name="T9" fmla="*/ 2147483647 h 420"/>
                <a:gd name="T10" fmla="*/ 2147483647 w 565"/>
                <a:gd name="T11" fmla="*/ 0 h 420"/>
                <a:gd name="T12" fmla="*/ 2147483647 w 565"/>
                <a:gd name="T13" fmla="*/ 2147483647 h 420"/>
                <a:gd name="T14" fmla="*/ 2147483647 w 565"/>
                <a:gd name="T15" fmla="*/ 2147483647 h 420"/>
                <a:gd name="T16" fmla="*/ 2147483647 w 565"/>
                <a:gd name="T17" fmla="*/ 2147483647 h 420"/>
                <a:gd name="T18" fmla="*/ 2147483647 w 565"/>
                <a:gd name="T19" fmla="*/ 2147483647 h 420"/>
                <a:gd name="T20" fmla="*/ 2147483647 w 565"/>
                <a:gd name="T21" fmla="*/ 2147483647 h 420"/>
                <a:gd name="T22" fmla="*/ 2147483647 w 565"/>
                <a:gd name="T23" fmla="*/ 2147483647 h 420"/>
                <a:gd name="T24" fmla="*/ 2147483647 w 565"/>
                <a:gd name="T25" fmla="*/ 2147483647 h 4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5"/>
                <a:gd name="T40" fmla="*/ 0 h 420"/>
                <a:gd name="T41" fmla="*/ 565 w 565"/>
                <a:gd name="T42" fmla="*/ 420 h 4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5" h="420">
                  <a:moveTo>
                    <a:pt x="203" y="420"/>
                  </a:moveTo>
                  <a:lnTo>
                    <a:pt x="120" y="310"/>
                  </a:lnTo>
                  <a:lnTo>
                    <a:pt x="120" y="229"/>
                  </a:lnTo>
                  <a:lnTo>
                    <a:pt x="0" y="219"/>
                  </a:lnTo>
                  <a:lnTo>
                    <a:pt x="0" y="64"/>
                  </a:lnTo>
                  <a:lnTo>
                    <a:pt x="107" y="0"/>
                  </a:lnTo>
                  <a:lnTo>
                    <a:pt x="213" y="42"/>
                  </a:lnTo>
                  <a:lnTo>
                    <a:pt x="203" y="64"/>
                  </a:lnTo>
                  <a:lnTo>
                    <a:pt x="364" y="161"/>
                  </a:lnTo>
                  <a:lnTo>
                    <a:pt x="565" y="178"/>
                  </a:lnTo>
                  <a:lnTo>
                    <a:pt x="532" y="284"/>
                  </a:lnTo>
                  <a:lnTo>
                    <a:pt x="559" y="394"/>
                  </a:lnTo>
                  <a:lnTo>
                    <a:pt x="203" y="42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0" name="Freeform 31"/>
            <p:cNvSpPr>
              <a:spLocks noChangeAspect="1"/>
            </p:cNvSpPr>
            <p:nvPr/>
          </p:nvSpPr>
          <p:spPr bwMode="auto">
            <a:xfrm>
              <a:off x="2847975" y="3562350"/>
              <a:ext cx="158750" cy="136525"/>
            </a:xfrm>
            <a:custGeom>
              <a:avLst/>
              <a:gdLst>
                <a:gd name="T0" fmla="*/ 2147483647 w 397"/>
                <a:gd name="T1" fmla="*/ 2147483647 h 388"/>
                <a:gd name="T2" fmla="*/ 2147483647 w 397"/>
                <a:gd name="T3" fmla="*/ 2147483647 h 388"/>
                <a:gd name="T4" fmla="*/ 2147483647 w 397"/>
                <a:gd name="T5" fmla="*/ 2147483647 h 388"/>
                <a:gd name="T6" fmla="*/ 2147483647 w 397"/>
                <a:gd name="T7" fmla="*/ 2147483647 h 388"/>
                <a:gd name="T8" fmla="*/ 2147483647 w 397"/>
                <a:gd name="T9" fmla="*/ 2147483647 h 388"/>
                <a:gd name="T10" fmla="*/ 0 w 397"/>
                <a:gd name="T11" fmla="*/ 2147483647 h 388"/>
                <a:gd name="T12" fmla="*/ 2147483647 w 397"/>
                <a:gd name="T13" fmla="*/ 2147483647 h 388"/>
                <a:gd name="T14" fmla="*/ 2147483647 w 397"/>
                <a:gd name="T15" fmla="*/ 2147483647 h 388"/>
                <a:gd name="T16" fmla="*/ 2147483647 w 397"/>
                <a:gd name="T17" fmla="*/ 2147483647 h 388"/>
                <a:gd name="T18" fmla="*/ 2147483647 w 397"/>
                <a:gd name="T19" fmla="*/ 0 h 388"/>
                <a:gd name="T20" fmla="*/ 2147483647 w 397"/>
                <a:gd name="T21" fmla="*/ 2147483647 h 388"/>
                <a:gd name="T22" fmla="*/ 2147483647 w 397"/>
                <a:gd name="T23" fmla="*/ 2147483647 h 388"/>
                <a:gd name="T24" fmla="*/ 2147483647 w 397"/>
                <a:gd name="T25" fmla="*/ 2147483647 h 3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7"/>
                <a:gd name="T40" fmla="*/ 0 h 388"/>
                <a:gd name="T41" fmla="*/ 397 w 397"/>
                <a:gd name="T42" fmla="*/ 388 h 3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7" h="388">
                  <a:moveTo>
                    <a:pt x="397" y="201"/>
                  </a:moveTo>
                  <a:lnTo>
                    <a:pt x="274" y="265"/>
                  </a:lnTo>
                  <a:lnTo>
                    <a:pt x="274" y="324"/>
                  </a:lnTo>
                  <a:lnTo>
                    <a:pt x="146" y="388"/>
                  </a:lnTo>
                  <a:lnTo>
                    <a:pt x="13" y="333"/>
                  </a:lnTo>
                  <a:lnTo>
                    <a:pt x="0" y="330"/>
                  </a:lnTo>
                  <a:lnTo>
                    <a:pt x="17" y="184"/>
                  </a:lnTo>
                  <a:lnTo>
                    <a:pt x="107" y="110"/>
                  </a:lnTo>
                  <a:lnTo>
                    <a:pt x="107" y="33"/>
                  </a:lnTo>
                  <a:lnTo>
                    <a:pt x="194" y="0"/>
                  </a:lnTo>
                  <a:lnTo>
                    <a:pt x="314" y="10"/>
                  </a:lnTo>
                  <a:lnTo>
                    <a:pt x="314" y="91"/>
                  </a:lnTo>
                  <a:lnTo>
                    <a:pt x="397" y="20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1" name="Freeform 32"/>
            <p:cNvSpPr>
              <a:spLocks noChangeAspect="1"/>
            </p:cNvSpPr>
            <p:nvPr/>
          </p:nvSpPr>
          <p:spPr bwMode="auto">
            <a:xfrm>
              <a:off x="2841625" y="3808413"/>
              <a:ext cx="303213" cy="215900"/>
            </a:xfrm>
            <a:custGeom>
              <a:avLst/>
              <a:gdLst>
                <a:gd name="T0" fmla="*/ 2147483647 w 755"/>
                <a:gd name="T1" fmla="*/ 0 h 613"/>
                <a:gd name="T2" fmla="*/ 2147483647 w 755"/>
                <a:gd name="T3" fmla="*/ 2147483647 h 613"/>
                <a:gd name="T4" fmla="*/ 2147483647 w 755"/>
                <a:gd name="T5" fmla="*/ 2147483647 h 613"/>
                <a:gd name="T6" fmla="*/ 2147483647 w 755"/>
                <a:gd name="T7" fmla="*/ 2147483647 h 613"/>
                <a:gd name="T8" fmla="*/ 0 w 755"/>
                <a:gd name="T9" fmla="*/ 2147483647 h 613"/>
                <a:gd name="T10" fmla="*/ 0 w 755"/>
                <a:gd name="T11" fmla="*/ 2147483647 h 613"/>
                <a:gd name="T12" fmla="*/ 2147483647 w 755"/>
                <a:gd name="T13" fmla="*/ 2147483647 h 613"/>
                <a:gd name="T14" fmla="*/ 2147483647 w 755"/>
                <a:gd name="T15" fmla="*/ 2147483647 h 613"/>
                <a:gd name="T16" fmla="*/ 2147483647 w 755"/>
                <a:gd name="T17" fmla="*/ 2147483647 h 613"/>
                <a:gd name="T18" fmla="*/ 2147483647 w 755"/>
                <a:gd name="T19" fmla="*/ 2147483647 h 613"/>
                <a:gd name="T20" fmla="*/ 2147483647 w 755"/>
                <a:gd name="T21" fmla="*/ 2147483647 h 613"/>
                <a:gd name="T22" fmla="*/ 2147483647 w 755"/>
                <a:gd name="T23" fmla="*/ 2147483647 h 613"/>
                <a:gd name="T24" fmla="*/ 2147483647 w 755"/>
                <a:gd name="T25" fmla="*/ 2147483647 h 613"/>
                <a:gd name="T26" fmla="*/ 2147483647 w 755"/>
                <a:gd name="T27" fmla="*/ 2147483647 h 613"/>
                <a:gd name="T28" fmla="*/ 2147483647 w 755"/>
                <a:gd name="T29" fmla="*/ 2147483647 h 613"/>
                <a:gd name="T30" fmla="*/ 2147483647 w 755"/>
                <a:gd name="T31" fmla="*/ 0 h 613"/>
                <a:gd name="T32" fmla="*/ 2147483647 w 755"/>
                <a:gd name="T33" fmla="*/ 0 h 6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5"/>
                <a:gd name="T52" fmla="*/ 0 h 613"/>
                <a:gd name="T53" fmla="*/ 755 w 755"/>
                <a:gd name="T54" fmla="*/ 613 h 6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5" h="613">
                  <a:moveTo>
                    <a:pt x="467" y="0"/>
                  </a:moveTo>
                  <a:lnTo>
                    <a:pt x="299" y="113"/>
                  </a:lnTo>
                  <a:lnTo>
                    <a:pt x="209" y="26"/>
                  </a:lnTo>
                  <a:lnTo>
                    <a:pt x="26" y="16"/>
                  </a:lnTo>
                  <a:lnTo>
                    <a:pt x="0" y="161"/>
                  </a:lnTo>
                  <a:lnTo>
                    <a:pt x="0" y="242"/>
                  </a:lnTo>
                  <a:lnTo>
                    <a:pt x="74" y="339"/>
                  </a:lnTo>
                  <a:lnTo>
                    <a:pt x="161" y="461"/>
                  </a:lnTo>
                  <a:lnTo>
                    <a:pt x="164" y="613"/>
                  </a:lnTo>
                  <a:lnTo>
                    <a:pt x="299" y="613"/>
                  </a:lnTo>
                  <a:lnTo>
                    <a:pt x="365" y="509"/>
                  </a:lnTo>
                  <a:lnTo>
                    <a:pt x="516" y="467"/>
                  </a:lnTo>
                  <a:lnTo>
                    <a:pt x="548" y="348"/>
                  </a:lnTo>
                  <a:lnTo>
                    <a:pt x="660" y="306"/>
                  </a:lnTo>
                  <a:lnTo>
                    <a:pt x="755" y="164"/>
                  </a:lnTo>
                  <a:lnTo>
                    <a:pt x="628" y="0"/>
                  </a:lnTo>
                  <a:lnTo>
                    <a:pt x="467"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2" name="Freeform 33"/>
            <p:cNvSpPr>
              <a:spLocks noChangeAspect="1"/>
            </p:cNvSpPr>
            <p:nvPr/>
          </p:nvSpPr>
          <p:spPr bwMode="auto">
            <a:xfrm>
              <a:off x="2455863" y="3722688"/>
              <a:ext cx="449262" cy="384175"/>
            </a:xfrm>
            <a:custGeom>
              <a:avLst/>
              <a:gdLst>
                <a:gd name="T0" fmla="*/ 2147483647 w 1132"/>
                <a:gd name="T1" fmla="*/ 2147483647 h 1096"/>
                <a:gd name="T2" fmla="*/ 2147483647 w 1132"/>
                <a:gd name="T3" fmla="*/ 2147483647 h 1096"/>
                <a:gd name="T4" fmla="*/ 2147483647 w 1132"/>
                <a:gd name="T5" fmla="*/ 2147483647 h 1096"/>
                <a:gd name="T6" fmla="*/ 2147483647 w 1132"/>
                <a:gd name="T7" fmla="*/ 2147483647 h 1096"/>
                <a:gd name="T8" fmla="*/ 2147483647 w 1132"/>
                <a:gd name="T9" fmla="*/ 2147483647 h 1096"/>
                <a:gd name="T10" fmla="*/ 2147483647 w 1132"/>
                <a:gd name="T11" fmla="*/ 2147483647 h 1096"/>
                <a:gd name="T12" fmla="*/ 2147483647 w 1132"/>
                <a:gd name="T13" fmla="*/ 2147483647 h 1096"/>
                <a:gd name="T14" fmla="*/ 2147483647 w 1132"/>
                <a:gd name="T15" fmla="*/ 2147483647 h 1096"/>
                <a:gd name="T16" fmla="*/ 2147483647 w 1132"/>
                <a:gd name="T17" fmla="*/ 2147483647 h 1096"/>
                <a:gd name="T18" fmla="*/ 2147483647 w 1132"/>
                <a:gd name="T19" fmla="*/ 2147483647 h 1096"/>
                <a:gd name="T20" fmla="*/ 2147483647 w 1132"/>
                <a:gd name="T21" fmla="*/ 2147483647 h 1096"/>
                <a:gd name="T22" fmla="*/ 2147483647 w 1132"/>
                <a:gd name="T23" fmla="*/ 2147483647 h 1096"/>
                <a:gd name="T24" fmla="*/ 2147483647 w 1132"/>
                <a:gd name="T25" fmla="*/ 2147483647 h 1096"/>
                <a:gd name="T26" fmla="*/ 2147483647 w 1132"/>
                <a:gd name="T27" fmla="*/ 2147483647 h 1096"/>
                <a:gd name="T28" fmla="*/ 2147483647 w 1132"/>
                <a:gd name="T29" fmla="*/ 2147483647 h 1096"/>
                <a:gd name="T30" fmla="*/ 2147483647 w 1132"/>
                <a:gd name="T31" fmla="*/ 2147483647 h 1096"/>
                <a:gd name="T32" fmla="*/ 2147483647 w 1132"/>
                <a:gd name="T33" fmla="*/ 2147483647 h 1096"/>
                <a:gd name="T34" fmla="*/ 2147483647 w 1132"/>
                <a:gd name="T35" fmla="*/ 0 h 1096"/>
                <a:gd name="T36" fmla="*/ 2147483647 w 1132"/>
                <a:gd name="T37" fmla="*/ 2147483647 h 1096"/>
                <a:gd name="T38" fmla="*/ 2147483647 w 1132"/>
                <a:gd name="T39" fmla="*/ 2147483647 h 1096"/>
                <a:gd name="T40" fmla="*/ 2147483647 w 1132"/>
                <a:gd name="T41" fmla="*/ 2147483647 h 1096"/>
                <a:gd name="T42" fmla="*/ 0 w 1132"/>
                <a:gd name="T43" fmla="*/ 2147483647 h 1096"/>
                <a:gd name="T44" fmla="*/ 2147483647 w 1132"/>
                <a:gd name="T45" fmla="*/ 2147483647 h 1096"/>
                <a:gd name="T46" fmla="*/ 2147483647 w 1132"/>
                <a:gd name="T47" fmla="*/ 2147483647 h 1096"/>
                <a:gd name="T48" fmla="*/ 2147483647 w 1132"/>
                <a:gd name="T49" fmla="*/ 2147483647 h 1096"/>
                <a:gd name="T50" fmla="*/ 2147483647 w 1132"/>
                <a:gd name="T51" fmla="*/ 2147483647 h 1096"/>
                <a:gd name="T52" fmla="*/ 2147483647 w 1132"/>
                <a:gd name="T53" fmla="*/ 2147483647 h 1096"/>
                <a:gd name="T54" fmla="*/ 2147483647 w 1132"/>
                <a:gd name="T55" fmla="*/ 2147483647 h 1096"/>
                <a:gd name="T56" fmla="*/ 2147483647 w 1132"/>
                <a:gd name="T57" fmla="*/ 2147483647 h 1096"/>
                <a:gd name="T58" fmla="*/ 2147483647 w 1132"/>
                <a:gd name="T59" fmla="*/ 2147483647 h 1096"/>
                <a:gd name="T60" fmla="*/ 2147483647 w 1132"/>
                <a:gd name="T61" fmla="*/ 2147483647 h 10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32"/>
                <a:gd name="T94" fmla="*/ 0 h 1096"/>
                <a:gd name="T95" fmla="*/ 1132 w 1132"/>
                <a:gd name="T96" fmla="*/ 1096 h 10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32" h="1096">
                  <a:moveTo>
                    <a:pt x="493" y="1081"/>
                  </a:moveTo>
                  <a:lnTo>
                    <a:pt x="574" y="1096"/>
                  </a:lnTo>
                  <a:lnTo>
                    <a:pt x="606" y="984"/>
                  </a:lnTo>
                  <a:lnTo>
                    <a:pt x="864" y="903"/>
                  </a:lnTo>
                  <a:lnTo>
                    <a:pt x="1009" y="919"/>
                  </a:lnTo>
                  <a:lnTo>
                    <a:pt x="1132" y="861"/>
                  </a:lnTo>
                  <a:lnTo>
                    <a:pt x="1129" y="709"/>
                  </a:lnTo>
                  <a:lnTo>
                    <a:pt x="1042" y="587"/>
                  </a:lnTo>
                  <a:lnTo>
                    <a:pt x="968" y="490"/>
                  </a:lnTo>
                  <a:lnTo>
                    <a:pt x="968" y="409"/>
                  </a:lnTo>
                  <a:lnTo>
                    <a:pt x="790" y="409"/>
                  </a:lnTo>
                  <a:lnTo>
                    <a:pt x="725" y="338"/>
                  </a:lnTo>
                  <a:lnTo>
                    <a:pt x="638" y="257"/>
                  </a:lnTo>
                  <a:lnTo>
                    <a:pt x="542" y="257"/>
                  </a:lnTo>
                  <a:lnTo>
                    <a:pt x="428" y="119"/>
                  </a:lnTo>
                  <a:lnTo>
                    <a:pt x="348" y="119"/>
                  </a:lnTo>
                  <a:lnTo>
                    <a:pt x="241" y="6"/>
                  </a:lnTo>
                  <a:lnTo>
                    <a:pt x="186" y="0"/>
                  </a:lnTo>
                  <a:lnTo>
                    <a:pt x="90" y="80"/>
                  </a:lnTo>
                  <a:lnTo>
                    <a:pt x="16" y="68"/>
                  </a:lnTo>
                  <a:lnTo>
                    <a:pt x="10" y="216"/>
                  </a:lnTo>
                  <a:lnTo>
                    <a:pt x="0" y="216"/>
                  </a:lnTo>
                  <a:lnTo>
                    <a:pt x="10" y="344"/>
                  </a:lnTo>
                  <a:lnTo>
                    <a:pt x="252" y="441"/>
                  </a:lnTo>
                  <a:lnTo>
                    <a:pt x="258" y="581"/>
                  </a:lnTo>
                  <a:lnTo>
                    <a:pt x="186" y="619"/>
                  </a:lnTo>
                  <a:lnTo>
                    <a:pt x="267" y="661"/>
                  </a:lnTo>
                  <a:lnTo>
                    <a:pt x="413" y="709"/>
                  </a:lnTo>
                  <a:lnTo>
                    <a:pt x="413" y="797"/>
                  </a:lnTo>
                  <a:lnTo>
                    <a:pt x="436" y="857"/>
                  </a:lnTo>
                  <a:lnTo>
                    <a:pt x="493" y="108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3" name="Freeform 34"/>
            <p:cNvSpPr>
              <a:spLocks noChangeAspect="1"/>
            </p:cNvSpPr>
            <p:nvPr/>
          </p:nvSpPr>
          <p:spPr bwMode="auto">
            <a:xfrm>
              <a:off x="2744788" y="3679825"/>
              <a:ext cx="284162" cy="185738"/>
            </a:xfrm>
            <a:custGeom>
              <a:avLst/>
              <a:gdLst>
                <a:gd name="T0" fmla="*/ 2147483647 w 710"/>
                <a:gd name="T1" fmla="*/ 0 h 529"/>
                <a:gd name="T2" fmla="*/ 2147483647 w 710"/>
                <a:gd name="T3" fmla="*/ 2147483647 h 529"/>
                <a:gd name="T4" fmla="*/ 2147483647 w 710"/>
                <a:gd name="T5" fmla="*/ 2147483647 h 529"/>
                <a:gd name="T6" fmla="*/ 2147483647 w 710"/>
                <a:gd name="T7" fmla="*/ 2147483647 h 529"/>
                <a:gd name="T8" fmla="*/ 2147483647 w 710"/>
                <a:gd name="T9" fmla="*/ 2147483647 h 529"/>
                <a:gd name="T10" fmla="*/ 2147483647 w 710"/>
                <a:gd name="T11" fmla="*/ 2147483647 h 529"/>
                <a:gd name="T12" fmla="*/ 2147483647 w 710"/>
                <a:gd name="T13" fmla="*/ 2147483647 h 529"/>
                <a:gd name="T14" fmla="*/ 2147483647 w 710"/>
                <a:gd name="T15" fmla="*/ 2147483647 h 529"/>
                <a:gd name="T16" fmla="*/ 2147483647 w 710"/>
                <a:gd name="T17" fmla="*/ 2147483647 h 529"/>
                <a:gd name="T18" fmla="*/ 2147483647 w 710"/>
                <a:gd name="T19" fmla="*/ 2147483647 h 529"/>
                <a:gd name="T20" fmla="*/ 2147483647 w 710"/>
                <a:gd name="T21" fmla="*/ 2147483647 h 529"/>
                <a:gd name="T22" fmla="*/ 0 w 710"/>
                <a:gd name="T23" fmla="*/ 2147483647 h 529"/>
                <a:gd name="T24" fmla="*/ 2147483647 w 710"/>
                <a:gd name="T25" fmla="*/ 2147483647 h 529"/>
                <a:gd name="T26" fmla="*/ 2147483647 w 710"/>
                <a:gd name="T27" fmla="*/ 2147483647 h 529"/>
                <a:gd name="T28" fmla="*/ 2147483647 w 710"/>
                <a:gd name="T29" fmla="*/ 2147483647 h 529"/>
                <a:gd name="T30" fmla="*/ 2147483647 w 710"/>
                <a:gd name="T31" fmla="*/ 2147483647 h 529"/>
                <a:gd name="T32" fmla="*/ 2147483647 w 710"/>
                <a:gd name="T33" fmla="*/ 2147483647 h 529"/>
                <a:gd name="T34" fmla="*/ 2147483647 w 710"/>
                <a:gd name="T35" fmla="*/ 0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10"/>
                <a:gd name="T55" fmla="*/ 0 h 529"/>
                <a:gd name="T56" fmla="*/ 710 w 710"/>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10" h="529">
                  <a:moveTo>
                    <a:pt x="271" y="0"/>
                  </a:moveTo>
                  <a:lnTo>
                    <a:pt x="404" y="55"/>
                  </a:lnTo>
                  <a:lnTo>
                    <a:pt x="500" y="152"/>
                  </a:lnTo>
                  <a:lnTo>
                    <a:pt x="640" y="167"/>
                  </a:lnTo>
                  <a:lnTo>
                    <a:pt x="672" y="297"/>
                  </a:lnTo>
                  <a:lnTo>
                    <a:pt x="710" y="368"/>
                  </a:lnTo>
                  <a:lnTo>
                    <a:pt x="542" y="481"/>
                  </a:lnTo>
                  <a:lnTo>
                    <a:pt x="452" y="394"/>
                  </a:lnTo>
                  <a:lnTo>
                    <a:pt x="269" y="384"/>
                  </a:lnTo>
                  <a:lnTo>
                    <a:pt x="243" y="529"/>
                  </a:lnTo>
                  <a:lnTo>
                    <a:pt x="65" y="529"/>
                  </a:lnTo>
                  <a:lnTo>
                    <a:pt x="0" y="458"/>
                  </a:lnTo>
                  <a:lnTo>
                    <a:pt x="82" y="319"/>
                  </a:lnTo>
                  <a:lnTo>
                    <a:pt x="59" y="216"/>
                  </a:lnTo>
                  <a:lnTo>
                    <a:pt x="107" y="158"/>
                  </a:lnTo>
                  <a:lnTo>
                    <a:pt x="82" y="61"/>
                  </a:lnTo>
                  <a:lnTo>
                    <a:pt x="188" y="71"/>
                  </a:lnTo>
                  <a:lnTo>
                    <a:pt x="271"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4" name="Freeform 35"/>
            <p:cNvSpPr>
              <a:spLocks noChangeAspect="1"/>
            </p:cNvSpPr>
            <p:nvPr/>
          </p:nvSpPr>
          <p:spPr bwMode="auto">
            <a:xfrm>
              <a:off x="2187575" y="3765550"/>
              <a:ext cx="442913" cy="360363"/>
            </a:xfrm>
            <a:custGeom>
              <a:avLst/>
              <a:gdLst>
                <a:gd name="T0" fmla="*/ 2147483647 w 1104"/>
                <a:gd name="T1" fmla="*/ 2147483647 h 1023"/>
                <a:gd name="T2" fmla="*/ 2147483647 w 1104"/>
                <a:gd name="T3" fmla="*/ 2147483647 h 1023"/>
                <a:gd name="T4" fmla="*/ 2147483647 w 1104"/>
                <a:gd name="T5" fmla="*/ 2147483647 h 1023"/>
                <a:gd name="T6" fmla="*/ 0 w 1104"/>
                <a:gd name="T7" fmla="*/ 2147483647 h 1023"/>
                <a:gd name="T8" fmla="*/ 2147483647 w 1104"/>
                <a:gd name="T9" fmla="*/ 2147483647 h 1023"/>
                <a:gd name="T10" fmla="*/ 2147483647 w 1104"/>
                <a:gd name="T11" fmla="*/ 2147483647 h 1023"/>
                <a:gd name="T12" fmla="*/ 2147483647 w 1104"/>
                <a:gd name="T13" fmla="*/ 2147483647 h 1023"/>
                <a:gd name="T14" fmla="*/ 2147483647 w 1104"/>
                <a:gd name="T15" fmla="*/ 2147483647 h 1023"/>
                <a:gd name="T16" fmla="*/ 2147483647 w 1104"/>
                <a:gd name="T17" fmla="*/ 2147483647 h 1023"/>
                <a:gd name="T18" fmla="*/ 2147483647 w 1104"/>
                <a:gd name="T19" fmla="*/ 2147483647 h 1023"/>
                <a:gd name="T20" fmla="*/ 2147483647 w 1104"/>
                <a:gd name="T21" fmla="*/ 2147483647 h 1023"/>
                <a:gd name="T22" fmla="*/ 2147483647 w 1104"/>
                <a:gd name="T23" fmla="*/ 2147483647 h 1023"/>
                <a:gd name="T24" fmla="*/ 2147483647 w 1104"/>
                <a:gd name="T25" fmla="*/ 0 h 1023"/>
                <a:gd name="T26" fmla="*/ 2147483647 w 1104"/>
                <a:gd name="T27" fmla="*/ 2147483647 h 1023"/>
                <a:gd name="T28" fmla="*/ 2147483647 w 1104"/>
                <a:gd name="T29" fmla="*/ 2147483647 h 1023"/>
                <a:gd name="T30" fmla="*/ 2147483647 w 1104"/>
                <a:gd name="T31" fmla="*/ 2147483647 h 1023"/>
                <a:gd name="T32" fmla="*/ 2147483647 w 1104"/>
                <a:gd name="T33" fmla="*/ 2147483647 h 1023"/>
                <a:gd name="T34" fmla="*/ 2147483647 w 1104"/>
                <a:gd name="T35" fmla="*/ 2147483647 h 1023"/>
                <a:gd name="T36" fmla="*/ 2147483647 w 1104"/>
                <a:gd name="T37" fmla="*/ 2147483647 h 1023"/>
                <a:gd name="T38" fmla="*/ 2147483647 w 1104"/>
                <a:gd name="T39" fmla="*/ 2147483647 h 1023"/>
                <a:gd name="T40" fmla="*/ 2147483647 w 1104"/>
                <a:gd name="T41" fmla="*/ 2147483647 h 1023"/>
                <a:gd name="T42" fmla="*/ 2147483647 w 1104"/>
                <a:gd name="T43" fmla="*/ 2147483647 h 1023"/>
                <a:gd name="T44" fmla="*/ 2147483647 w 1104"/>
                <a:gd name="T45" fmla="*/ 2147483647 h 1023"/>
                <a:gd name="T46" fmla="*/ 2147483647 w 1104"/>
                <a:gd name="T47" fmla="*/ 2147483647 h 1023"/>
                <a:gd name="T48" fmla="*/ 2147483647 w 1104"/>
                <a:gd name="T49" fmla="*/ 2147483647 h 1023"/>
                <a:gd name="T50" fmla="*/ 2147483647 w 1104"/>
                <a:gd name="T51" fmla="*/ 2147483647 h 1023"/>
                <a:gd name="T52" fmla="*/ 2147483647 w 1104"/>
                <a:gd name="T53" fmla="*/ 2147483647 h 1023"/>
                <a:gd name="T54" fmla="*/ 2147483647 w 1104"/>
                <a:gd name="T55" fmla="*/ 2147483647 h 1023"/>
                <a:gd name="T56" fmla="*/ 2147483647 w 1104"/>
                <a:gd name="T57" fmla="*/ 2147483647 h 1023"/>
                <a:gd name="T58" fmla="*/ 2147483647 w 1104"/>
                <a:gd name="T59" fmla="*/ 2147483647 h 1023"/>
                <a:gd name="T60" fmla="*/ 2147483647 w 1104"/>
                <a:gd name="T61" fmla="*/ 2147483647 h 1023"/>
                <a:gd name="T62" fmla="*/ 2147483647 w 1104"/>
                <a:gd name="T63" fmla="*/ 2147483647 h 1023"/>
                <a:gd name="T64" fmla="*/ 2147483647 w 1104"/>
                <a:gd name="T65" fmla="*/ 2147483647 h 1023"/>
                <a:gd name="T66" fmla="*/ 2147483647 w 1104"/>
                <a:gd name="T67" fmla="*/ 2147483647 h 10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4"/>
                <a:gd name="T103" fmla="*/ 0 h 1023"/>
                <a:gd name="T104" fmla="*/ 1104 w 1104"/>
                <a:gd name="T105" fmla="*/ 1023 h 10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4" h="1023">
                  <a:moveTo>
                    <a:pt x="145" y="955"/>
                  </a:moveTo>
                  <a:lnTo>
                    <a:pt x="71" y="888"/>
                  </a:lnTo>
                  <a:lnTo>
                    <a:pt x="103" y="749"/>
                  </a:lnTo>
                  <a:lnTo>
                    <a:pt x="0" y="646"/>
                  </a:lnTo>
                  <a:lnTo>
                    <a:pt x="38" y="614"/>
                  </a:lnTo>
                  <a:lnTo>
                    <a:pt x="258" y="597"/>
                  </a:lnTo>
                  <a:lnTo>
                    <a:pt x="226" y="468"/>
                  </a:lnTo>
                  <a:lnTo>
                    <a:pt x="275" y="345"/>
                  </a:lnTo>
                  <a:lnTo>
                    <a:pt x="339" y="323"/>
                  </a:lnTo>
                  <a:lnTo>
                    <a:pt x="290" y="178"/>
                  </a:lnTo>
                  <a:lnTo>
                    <a:pt x="354" y="120"/>
                  </a:lnTo>
                  <a:lnTo>
                    <a:pt x="339" y="23"/>
                  </a:lnTo>
                  <a:lnTo>
                    <a:pt x="523" y="0"/>
                  </a:lnTo>
                  <a:lnTo>
                    <a:pt x="581" y="71"/>
                  </a:lnTo>
                  <a:lnTo>
                    <a:pt x="668" y="88"/>
                  </a:lnTo>
                  <a:lnTo>
                    <a:pt x="678" y="216"/>
                  </a:lnTo>
                  <a:lnTo>
                    <a:pt x="920" y="313"/>
                  </a:lnTo>
                  <a:lnTo>
                    <a:pt x="926" y="453"/>
                  </a:lnTo>
                  <a:lnTo>
                    <a:pt x="854" y="491"/>
                  </a:lnTo>
                  <a:lnTo>
                    <a:pt x="935" y="533"/>
                  </a:lnTo>
                  <a:lnTo>
                    <a:pt x="1081" y="581"/>
                  </a:lnTo>
                  <a:lnTo>
                    <a:pt x="1081" y="669"/>
                  </a:lnTo>
                  <a:lnTo>
                    <a:pt x="1104" y="729"/>
                  </a:lnTo>
                  <a:lnTo>
                    <a:pt x="839" y="871"/>
                  </a:lnTo>
                  <a:lnTo>
                    <a:pt x="822" y="1000"/>
                  </a:lnTo>
                  <a:lnTo>
                    <a:pt x="742" y="1023"/>
                  </a:lnTo>
                  <a:lnTo>
                    <a:pt x="678" y="904"/>
                  </a:lnTo>
                  <a:lnTo>
                    <a:pt x="500" y="943"/>
                  </a:lnTo>
                  <a:lnTo>
                    <a:pt x="496" y="985"/>
                  </a:lnTo>
                  <a:lnTo>
                    <a:pt x="409" y="985"/>
                  </a:lnTo>
                  <a:lnTo>
                    <a:pt x="371" y="845"/>
                  </a:lnTo>
                  <a:lnTo>
                    <a:pt x="329" y="920"/>
                  </a:lnTo>
                  <a:lnTo>
                    <a:pt x="167" y="936"/>
                  </a:lnTo>
                  <a:lnTo>
                    <a:pt x="145" y="95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5" name="Freeform 36"/>
            <p:cNvSpPr>
              <a:spLocks noChangeAspect="1"/>
            </p:cNvSpPr>
            <p:nvPr/>
          </p:nvSpPr>
          <p:spPr bwMode="auto">
            <a:xfrm>
              <a:off x="2055813" y="4062413"/>
              <a:ext cx="387350" cy="360362"/>
            </a:xfrm>
            <a:custGeom>
              <a:avLst/>
              <a:gdLst>
                <a:gd name="T0" fmla="*/ 2147483647 w 975"/>
                <a:gd name="T1" fmla="*/ 2147483647 h 1026"/>
                <a:gd name="T2" fmla="*/ 2147483647 w 975"/>
                <a:gd name="T3" fmla="*/ 2147483647 h 1026"/>
                <a:gd name="T4" fmla="*/ 2147483647 w 975"/>
                <a:gd name="T5" fmla="*/ 0 h 1026"/>
                <a:gd name="T6" fmla="*/ 2147483647 w 975"/>
                <a:gd name="T7" fmla="*/ 2147483647 h 1026"/>
                <a:gd name="T8" fmla="*/ 2147483647 w 975"/>
                <a:gd name="T9" fmla="*/ 2147483647 h 1026"/>
                <a:gd name="T10" fmla="*/ 2147483647 w 975"/>
                <a:gd name="T11" fmla="*/ 2147483647 h 1026"/>
                <a:gd name="T12" fmla="*/ 2147483647 w 975"/>
                <a:gd name="T13" fmla="*/ 2147483647 h 1026"/>
                <a:gd name="T14" fmla="*/ 2147483647 w 975"/>
                <a:gd name="T15" fmla="*/ 2147483647 h 1026"/>
                <a:gd name="T16" fmla="*/ 2147483647 w 975"/>
                <a:gd name="T17" fmla="*/ 2147483647 h 1026"/>
                <a:gd name="T18" fmla="*/ 2147483647 w 975"/>
                <a:gd name="T19" fmla="*/ 2147483647 h 1026"/>
                <a:gd name="T20" fmla="*/ 2147483647 w 975"/>
                <a:gd name="T21" fmla="*/ 2147483647 h 1026"/>
                <a:gd name="T22" fmla="*/ 2147483647 w 975"/>
                <a:gd name="T23" fmla="*/ 2147483647 h 1026"/>
                <a:gd name="T24" fmla="*/ 2147483647 w 975"/>
                <a:gd name="T25" fmla="*/ 2147483647 h 1026"/>
                <a:gd name="T26" fmla="*/ 2147483647 w 975"/>
                <a:gd name="T27" fmla="*/ 2147483647 h 1026"/>
                <a:gd name="T28" fmla="*/ 2147483647 w 975"/>
                <a:gd name="T29" fmla="*/ 2147483647 h 1026"/>
                <a:gd name="T30" fmla="*/ 2147483647 w 975"/>
                <a:gd name="T31" fmla="*/ 2147483647 h 1026"/>
                <a:gd name="T32" fmla="*/ 2147483647 w 975"/>
                <a:gd name="T33" fmla="*/ 2147483647 h 1026"/>
                <a:gd name="T34" fmla="*/ 2147483647 w 975"/>
                <a:gd name="T35" fmla="*/ 2147483647 h 1026"/>
                <a:gd name="T36" fmla="*/ 2147483647 w 975"/>
                <a:gd name="T37" fmla="*/ 2147483647 h 1026"/>
                <a:gd name="T38" fmla="*/ 2147483647 w 975"/>
                <a:gd name="T39" fmla="*/ 2147483647 h 1026"/>
                <a:gd name="T40" fmla="*/ 2147483647 w 975"/>
                <a:gd name="T41" fmla="*/ 2147483647 h 1026"/>
                <a:gd name="T42" fmla="*/ 2147483647 w 975"/>
                <a:gd name="T43" fmla="*/ 2147483647 h 1026"/>
                <a:gd name="T44" fmla="*/ 0 w 975"/>
                <a:gd name="T45" fmla="*/ 2147483647 h 1026"/>
                <a:gd name="T46" fmla="*/ 2147483647 w 975"/>
                <a:gd name="T47" fmla="*/ 2147483647 h 1026"/>
                <a:gd name="T48" fmla="*/ 2147483647 w 975"/>
                <a:gd name="T49" fmla="*/ 2147483647 h 1026"/>
                <a:gd name="T50" fmla="*/ 2147483647 w 975"/>
                <a:gd name="T51" fmla="*/ 2147483647 h 1026"/>
                <a:gd name="T52" fmla="*/ 2147483647 w 975"/>
                <a:gd name="T53" fmla="*/ 2147483647 h 1026"/>
                <a:gd name="T54" fmla="*/ 2147483647 w 975"/>
                <a:gd name="T55" fmla="*/ 2147483647 h 1026"/>
                <a:gd name="T56" fmla="*/ 2147483647 w 975"/>
                <a:gd name="T57" fmla="*/ 2147483647 h 1026"/>
                <a:gd name="T58" fmla="*/ 2147483647 w 975"/>
                <a:gd name="T59" fmla="*/ 2147483647 h 1026"/>
                <a:gd name="T60" fmla="*/ 2147483647 w 975"/>
                <a:gd name="T61" fmla="*/ 2147483647 h 1026"/>
                <a:gd name="T62" fmla="*/ 2147483647 w 975"/>
                <a:gd name="T63" fmla="*/ 2147483647 h 1026"/>
                <a:gd name="T64" fmla="*/ 2147483647 w 975"/>
                <a:gd name="T65" fmla="*/ 2147483647 h 1026"/>
                <a:gd name="T66" fmla="*/ 2147483647 w 975"/>
                <a:gd name="T67" fmla="*/ 2147483647 h 1026"/>
                <a:gd name="T68" fmla="*/ 2147483647 w 975"/>
                <a:gd name="T69" fmla="*/ 2147483647 h 1026"/>
                <a:gd name="T70" fmla="*/ 2147483647 w 975"/>
                <a:gd name="T71" fmla="*/ 2147483647 h 1026"/>
                <a:gd name="T72" fmla="*/ 2147483647 w 975"/>
                <a:gd name="T73" fmla="*/ 2147483647 h 1026"/>
                <a:gd name="T74" fmla="*/ 2147483647 w 975"/>
                <a:gd name="T75" fmla="*/ 2147483647 h 1026"/>
                <a:gd name="T76" fmla="*/ 2147483647 w 975"/>
                <a:gd name="T77" fmla="*/ 2147483647 h 1026"/>
                <a:gd name="T78" fmla="*/ 2147483647 w 975"/>
                <a:gd name="T79" fmla="*/ 2147483647 h 1026"/>
                <a:gd name="T80" fmla="*/ 2147483647 w 975"/>
                <a:gd name="T81" fmla="*/ 2147483647 h 102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75"/>
                <a:gd name="T124" fmla="*/ 0 h 1026"/>
                <a:gd name="T125" fmla="*/ 975 w 975"/>
                <a:gd name="T126" fmla="*/ 1026 h 102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75" h="1026">
                  <a:moveTo>
                    <a:pt x="506" y="91"/>
                  </a:moveTo>
                  <a:lnTo>
                    <a:pt x="668" y="75"/>
                  </a:lnTo>
                  <a:lnTo>
                    <a:pt x="710" y="0"/>
                  </a:lnTo>
                  <a:lnTo>
                    <a:pt x="748" y="140"/>
                  </a:lnTo>
                  <a:lnTo>
                    <a:pt x="835" y="140"/>
                  </a:lnTo>
                  <a:lnTo>
                    <a:pt x="829" y="178"/>
                  </a:lnTo>
                  <a:lnTo>
                    <a:pt x="845" y="397"/>
                  </a:lnTo>
                  <a:lnTo>
                    <a:pt x="975" y="469"/>
                  </a:lnTo>
                  <a:lnTo>
                    <a:pt x="887" y="517"/>
                  </a:lnTo>
                  <a:lnTo>
                    <a:pt x="871" y="672"/>
                  </a:lnTo>
                  <a:lnTo>
                    <a:pt x="748" y="678"/>
                  </a:lnTo>
                  <a:lnTo>
                    <a:pt x="781" y="791"/>
                  </a:lnTo>
                  <a:lnTo>
                    <a:pt x="684" y="872"/>
                  </a:lnTo>
                  <a:lnTo>
                    <a:pt x="758" y="911"/>
                  </a:lnTo>
                  <a:lnTo>
                    <a:pt x="526" y="1026"/>
                  </a:lnTo>
                  <a:lnTo>
                    <a:pt x="484" y="920"/>
                  </a:lnTo>
                  <a:lnTo>
                    <a:pt x="400" y="897"/>
                  </a:lnTo>
                  <a:lnTo>
                    <a:pt x="355" y="721"/>
                  </a:lnTo>
                  <a:lnTo>
                    <a:pt x="323" y="607"/>
                  </a:lnTo>
                  <a:lnTo>
                    <a:pt x="252" y="498"/>
                  </a:lnTo>
                  <a:lnTo>
                    <a:pt x="152" y="356"/>
                  </a:lnTo>
                  <a:lnTo>
                    <a:pt x="88" y="318"/>
                  </a:lnTo>
                  <a:lnTo>
                    <a:pt x="0" y="172"/>
                  </a:lnTo>
                  <a:lnTo>
                    <a:pt x="88" y="114"/>
                  </a:lnTo>
                  <a:lnTo>
                    <a:pt x="145" y="220"/>
                  </a:lnTo>
                  <a:lnTo>
                    <a:pt x="194" y="227"/>
                  </a:lnTo>
                  <a:lnTo>
                    <a:pt x="167" y="318"/>
                  </a:lnTo>
                  <a:lnTo>
                    <a:pt x="232" y="307"/>
                  </a:lnTo>
                  <a:lnTo>
                    <a:pt x="330" y="382"/>
                  </a:lnTo>
                  <a:lnTo>
                    <a:pt x="581" y="220"/>
                  </a:lnTo>
                  <a:lnTo>
                    <a:pt x="571" y="155"/>
                  </a:lnTo>
                  <a:lnTo>
                    <a:pt x="567" y="156"/>
                  </a:lnTo>
                  <a:lnTo>
                    <a:pt x="559" y="156"/>
                  </a:lnTo>
                  <a:lnTo>
                    <a:pt x="544" y="158"/>
                  </a:lnTo>
                  <a:lnTo>
                    <a:pt x="528" y="159"/>
                  </a:lnTo>
                  <a:lnTo>
                    <a:pt x="511" y="160"/>
                  </a:lnTo>
                  <a:lnTo>
                    <a:pt x="493" y="161"/>
                  </a:lnTo>
                  <a:lnTo>
                    <a:pt x="479" y="162"/>
                  </a:lnTo>
                  <a:lnTo>
                    <a:pt x="468" y="162"/>
                  </a:lnTo>
                  <a:lnTo>
                    <a:pt x="484" y="110"/>
                  </a:lnTo>
                  <a:lnTo>
                    <a:pt x="506" y="9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6" name="Freeform 37"/>
            <p:cNvSpPr>
              <a:spLocks noChangeAspect="1"/>
            </p:cNvSpPr>
            <p:nvPr/>
          </p:nvSpPr>
          <p:spPr bwMode="auto">
            <a:xfrm>
              <a:off x="2616200" y="2319338"/>
              <a:ext cx="546100" cy="584200"/>
            </a:xfrm>
            <a:custGeom>
              <a:avLst/>
              <a:gdLst>
                <a:gd name="T0" fmla="*/ 0 w 1362"/>
                <a:gd name="T1" fmla="*/ 2147483647 h 1665"/>
                <a:gd name="T2" fmla="*/ 2147483647 w 1362"/>
                <a:gd name="T3" fmla="*/ 2147483647 h 1665"/>
                <a:gd name="T4" fmla="*/ 2147483647 w 1362"/>
                <a:gd name="T5" fmla="*/ 2147483647 h 1665"/>
                <a:gd name="T6" fmla="*/ 2147483647 w 1362"/>
                <a:gd name="T7" fmla="*/ 2147483647 h 1665"/>
                <a:gd name="T8" fmla="*/ 2147483647 w 1362"/>
                <a:gd name="T9" fmla="*/ 2147483647 h 1665"/>
                <a:gd name="T10" fmla="*/ 2147483647 w 1362"/>
                <a:gd name="T11" fmla="*/ 2147483647 h 1665"/>
                <a:gd name="T12" fmla="*/ 2147483647 w 1362"/>
                <a:gd name="T13" fmla="*/ 2147483647 h 1665"/>
                <a:gd name="T14" fmla="*/ 2147483647 w 1362"/>
                <a:gd name="T15" fmla="*/ 0 h 1665"/>
                <a:gd name="T16" fmla="*/ 2147483647 w 1362"/>
                <a:gd name="T17" fmla="*/ 2147483647 h 1665"/>
                <a:gd name="T18" fmla="*/ 2147483647 w 1362"/>
                <a:gd name="T19" fmla="*/ 2147483647 h 1665"/>
                <a:gd name="T20" fmla="*/ 2147483647 w 1362"/>
                <a:gd name="T21" fmla="*/ 2147483647 h 1665"/>
                <a:gd name="T22" fmla="*/ 2147483647 w 1362"/>
                <a:gd name="T23" fmla="*/ 2147483647 h 1665"/>
                <a:gd name="T24" fmla="*/ 2147483647 w 1362"/>
                <a:gd name="T25" fmla="*/ 2147483647 h 1665"/>
                <a:gd name="T26" fmla="*/ 2147483647 w 1362"/>
                <a:gd name="T27" fmla="*/ 2147483647 h 1665"/>
                <a:gd name="T28" fmla="*/ 2147483647 w 1362"/>
                <a:gd name="T29" fmla="*/ 2147483647 h 1665"/>
                <a:gd name="T30" fmla="*/ 2147483647 w 1362"/>
                <a:gd name="T31" fmla="*/ 2147483647 h 1665"/>
                <a:gd name="T32" fmla="*/ 2147483647 w 1362"/>
                <a:gd name="T33" fmla="*/ 2147483647 h 1665"/>
                <a:gd name="T34" fmla="*/ 2147483647 w 1362"/>
                <a:gd name="T35" fmla="*/ 2147483647 h 1665"/>
                <a:gd name="T36" fmla="*/ 2147483647 w 1362"/>
                <a:gd name="T37" fmla="*/ 2147483647 h 1665"/>
                <a:gd name="T38" fmla="*/ 2147483647 w 1362"/>
                <a:gd name="T39" fmla="*/ 2147483647 h 1665"/>
                <a:gd name="T40" fmla="*/ 2147483647 w 1362"/>
                <a:gd name="T41" fmla="*/ 2147483647 h 1665"/>
                <a:gd name="T42" fmla="*/ 2147483647 w 1362"/>
                <a:gd name="T43" fmla="*/ 2147483647 h 1665"/>
                <a:gd name="T44" fmla="*/ 2147483647 w 1362"/>
                <a:gd name="T45" fmla="*/ 2147483647 h 1665"/>
                <a:gd name="T46" fmla="*/ 2147483647 w 1362"/>
                <a:gd name="T47" fmla="*/ 2147483647 h 1665"/>
                <a:gd name="T48" fmla="*/ 2147483647 w 1362"/>
                <a:gd name="T49" fmla="*/ 2147483647 h 1665"/>
                <a:gd name="T50" fmla="*/ 2147483647 w 1362"/>
                <a:gd name="T51" fmla="*/ 2147483647 h 1665"/>
                <a:gd name="T52" fmla="*/ 2147483647 w 1362"/>
                <a:gd name="T53" fmla="*/ 2147483647 h 1665"/>
                <a:gd name="T54" fmla="*/ 2147483647 w 1362"/>
                <a:gd name="T55" fmla="*/ 2147483647 h 1665"/>
                <a:gd name="T56" fmla="*/ 2147483647 w 1362"/>
                <a:gd name="T57" fmla="*/ 2147483647 h 1665"/>
                <a:gd name="T58" fmla="*/ 0 w 1362"/>
                <a:gd name="T59" fmla="*/ 2147483647 h 166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2"/>
                <a:gd name="T91" fmla="*/ 0 h 1665"/>
                <a:gd name="T92" fmla="*/ 1362 w 1362"/>
                <a:gd name="T93" fmla="*/ 1665 h 166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2" h="1665">
                  <a:moveTo>
                    <a:pt x="0" y="917"/>
                  </a:moveTo>
                  <a:lnTo>
                    <a:pt x="426" y="881"/>
                  </a:lnTo>
                  <a:lnTo>
                    <a:pt x="490" y="578"/>
                  </a:lnTo>
                  <a:lnTo>
                    <a:pt x="588" y="559"/>
                  </a:lnTo>
                  <a:lnTo>
                    <a:pt x="717" y="398"/>
                  </a:lnTo>
                  <a:lnTo>
                    <a:pt x="797" y="236"/>
                  </a:lnTo>
                  <a:lnTo>
                    <a:pt x="974" y="171"/>
                  </a:lnTo>
                  <a:lnTo>
                    <a:pt x="1094" y="0"/>
                  </a:lnTo>
                  <a:lnTo>
                    <a:pt x="1222" y="133"/>
                  </a:lnTo>
                  <a:lnTo>
                    <a:pt x="1184" y="256"/>
                  </a:lnTo>
                  <a:lnTo>
                    <a:pt x="1249" y="311"/>
                  </a:lnTo>
                  <a:lnTo>
                    <a:pt x="1287" y="224"/>
                  </a:lnTo>
                  <a:lnTo>
                    <a:pt x="1339" y="256"/>
                  </a:lnTo>
                  <a:lnTo>
                    <a:pt x="1313" y="288"/>
                  </a:lnTo>
                  <a:lnTo>
                    <a:pt x="1362" y="527"/>
                  </a:lnTo>
                  <a:lnTo>
                    <a:pt x="1168" y="675"/>
                  </a:lnTo>
                  <a:lnTo>
                    <a:pt x="1103" y="901"/>
                  </a:lnTo>
                  <a:lnTo>
                    <a:pt x="1184" y="1030"/>
                  </a:lnTo>
                  <a:lnTo>
                    <a:pt x="1074" y="1127"/>
                  </a:lnTo>
                  <a:lnTo>
                    <a:pt x="1014" y="1133"/>
                  </a:lnTo>
                  <a:lnTo>
                    <a:pt x="910" y="1278"/>
                  </a:lnTo>
                  <a:lnTo>
                    <a:pt x="974" y="1392"/>
                  </a:lnTo>
                  <a:lnTo>
                    <a:pt x="910" y="1568"/>
                  </a:lnTo>
                  <a:lnTo>
                    <a:pt x="797" y="1665"/>
                  </a:lnTo>
                  <a:lnTo>
                    <a:pt x="626" y="1520"/>
                  </a:lnTo>
                  <a:lnTo>
                    <a:pt x="542" y="1530"/>
                  </a:lnTo>
                  <a:lnTo>
                    <a:pt x="352" y="1333"/>
                  </a:lnTo>
                  <a:lnTo>
                    <a:pt x="319" y="1392"/>
                  </a:lnTo>
                  <a:lnTo>
                    <a:pt x="168" y="1384"/>
                  </a:lnTo>
                  <a:lnTo>
                    <a:pt x="0" y="91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7" name="Freeform 38"/>
            <p:cNvSpPr>
              <a:spLocks noChangeAspect="1"/>
            </p:cNvSpPr>
            <p:nvPr/>
          </p:nvSpPr>
          <p:spPr bwMode="auto">
            <a:xfrm>
              <a:off x="3054350" y="2138363"/>
              <a:ext cx="433388" cy="490537"/>
            </a:xfrm>
            <a:custGeom>
              <a:avLst/>
              <a:gdLst>
                <a:gd name="T0" fmla="*/ 2147483647 w 1090"/>
                <a:gd name="T1" fmla="*/ 2147483647 h 1400"/>
                <a:gd name="T2" fmla="*/ 2147483647 w 1090"/>
                <a:gd name="T3" fmla="*/ 2147483647 h 1400"/>
                <a:gd name="T4" fmla="*/ 2147483647 w 1090"/>
                <a:gd name="T5" fmla="*/ 2147483647 h 1400"/>
                <a:gd name="T6" fmla="*/ 2147483647 w 1090"/>
                <a:gd name="T7" fmla="*/ 2147483647 h 1400"/>
                <a:gd name="T8" fmla="*/ 2147483647 w 1090"/>
                <a:gd name="T9" fmla="*/ 0 h 1400"/>
                <a:gd name="T10" fmla="*/ 2147483647 w 1090"/>
                <a:gd name="T11" fmla="*/ 2147483647 h 1400"/>
                <a:gd name="T12" fmla="*/ 2147483647 w 1090"/>
                <a:gd name="T13" fmla="*/ 2147483647 h 1400"/>
                <a:gd name="T14" fmla="*/ 2147483647 w 1090"/>
                <a:gd name="T15" fmla="*/ 2147483647 h 1400"/>
                <a:gd name="T16" fmla="*/ 2147483647 w 1090"/>
                <a:gd name="T17" fmla="*/ 2147483647 h 1400"/>
                <a:gd name="T18" fmla="*/ 2147483647 w 1090"/>
                <a:gd name="T19" fmla="*/ 2147483647 h 1400"/>
                <a:gd name="T20" fmla="*/ 2147483647 w 1090"/>
                <a:gd name="T21" fmla="*/ 2147483647 h 1400"/>
                <a:gd name="T22" fmla="*/ 2147483647 w 1090"/>
                <a:gd name="T23" fmla="*/ 2147483647 h 1400"/>
                <a:gd name="T24" fmla="*/ 2147483647 w 1090"/>
                <a:gd name="T25" fmla="*/ 2147483647 h 1400"/>
                <a:gd name="T26" fmla="*/ 2147483647 w 1090"/>
                <a:gd name="T27" fmla="*/ 2147483647 h 1400"/>
                <a:gd name="T28" fmla="*/ 2147483647 w 1090"/>
                <a:gd name="T29" fmla="*/ 2147483647 h 1400"/>
                <a:gd name="T30" fmla="*/ 2147483647 w 1090"/>
                <a:gd name="T31" fmla="*/ 2147483647 h 1400"/>
                <a:gd name="T32" fmla="*/ 2147483647 w 1090"/>
                <a:gd name="T33" fmla="*/ 2147483647 h 1400"/>
                <a:gd name="T34" fmla="*/ 2147483647 w 1090"/>
                <a:gd name="T35" fmla="*/ 2147483647 h 1400"/>
                <a:gd name="T36" fmla="*/ 2147483647 w 1090"/>
                <a:gd name="T37" fmla="*/ 2147483647 h 1400"/>
                <a:gd name="T38" fmla="*/ 2147483647 w 1090"/>
                <a:gd name="T39" fmla="*/ 2147483647 h 1400"/>
                <a:gd name="T40" fmla="*/ 2147483647 w 1090"/>
                <a:gd name="T41" fmla="*/ 2147483647 h 1400"/>
                <a:gd name="T42" fmla="*/ 0 w 1090"/>
                <a:gd name="T43" fmla="*/ 2147483647 h 1400"/>
                <a:gd name="T44" fmla="*/ 2147483647 w 1090"/>
                <a:gd name="T45" fmla="*/ 2147483647 h 14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90"/>
                <a:gd name="T70" fmla="*/ 0 h 1400"/>
                <a:gd name="T71" fmla="*/ 1090 w 1090"/>
                <a:gd name="T72" fmla="*/ 1400 h 14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90" h="1400">
                  <a:moveTo>
                    <a:pt x="90" y="387"/>
                  </a:moveTo>
                  <a:lnTo>
                    <a:pt x="300" y="319"/>
                  </a:lnTo>
                  <a:lnTo>
                    <a:pt x="251" y="175"/>
                  </a:lnTo>
                  <a:lnTo>
                    <a:pt x="397" y="29"/>
                  </a:lnTo>
                  <a:lnTo>
                    <a:pt x="594" y="0"/>
                  </a:lnTo>
                  <a:lnTo>
                    <a:pt x="687" y="12"/>
                  </a:lnTo>
                  <a:lnTo>
                    <a:pt x="783" y="110"/>
                  </a:lnTo>
                  <a:lnTo>
                    <a:pt x="929" y="239"/>
                  </a:lnTo>
                  <a:lnTo>
                    <a:pt x="800" y="255"/>
                  </a:lnTo>
                  <a:lnTo>
                    <a:pt x="945" y="465"/>
                  </a:lnTo>
                  <a:lnTo>
                    <a:pt x="978" y="775"/>
                  </a:lnTo>
                  <a:lnTo>
                    <a:pt x="1090" y="1142"/>
                  </a:lnTo>
                  <a:lnTo>
                    <a:pt x="832" y="1400"/>
                  </a:lnTo>
                  <a:lnTo>
                    <a:pt x="622" y="1368"/>
                  </a:lnTo>
                  <a:lnTo>
                    <a:pt x="332" y="885"/>
                  </a:lnTo>
                  <a:lnTo>
                    <a:pt x="332" y="690"/>
                  </a:lnTo>
                  <a:lnTo>
                    <a:pt x="245" y="775"/>
                  </a:lnTo>
                  <a:lnTo>
                    <a:pt x="193" y="743"/>
                  </a:lnTo>
                  <a:lnTo>
                    <a:pt x="155" y="830"/>
                  </a:lnTo>
                  <a:lnTo>
                    <a:pt x="90" y="775"/>
                  </a:lnTo>
                  <a:lnTo>
                    <a:pt x="128" y="652"/>
                  </a:lnTo>
                  <a:lnTo>
                    <a:pt x="0" y="519"/>
                  </a:lnTo>
                  <a:lnTo>
                    <a:pt x="90" y="38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8" name="Freeform 39"/>
            <p:cNvSpPr>
              <a:spLocks noChangeAspect="1"/>
            </p:cNvSpPr>
            <p:nvPr/>
          </p:nvSpPr>
          <p:spPr bwMode="auto">
            <a:xfrm>
              <a:off x="2381250" y="2640013"/>
              <a:ext cx="454025" cy="328612"/>
            </a:xfrm>
            <a:custGeom>
              <a:avLst/>
              <a:gdLst>
                <a:gd name="T0" fmla="*/ 2147483647 w 1139"/>
                <a:gd name="T1" fmla="*/ 2147483647 h 935"/>
                <a:gd name="T2" fmla="*/ 2147483647 w 1139"/>
                <a:gd name="T3" fmla="*/ 2147483647 h 935"/>
                <a:gd name="T4" fmla="*/ 2147483647 w 1139"/>
                <a:gd name="T5" fmla="*/ 2147483647 h 935"/>
                <a:gd name="T6" fmla="*/ 2147483647 w 1139"/>
                <a:gd name="T7" fmla="*/ 2147483647 h 935"/>
                <a:gd name="T8" fmla="*/ 2147483647 w 1139"/>
                <a:gd name="T9" fmla="*/ 2147483647 h 935"/>
                <a:gd name="T10" fmla="*/ 2147483647 w 1139"/>
                <a:gd name="T11" fmla="*/ 2147483647 h 935"/>
                <a:gd name="T12" fmla="*/ 2147483647 w 1139"/>
                <a:gd name="T13" fmla="*/ 2147483647 h 935"/>
                <a:gd name="T14" fmla="*/ 2147483647 w 1139"/>
                <a:gd name="T15" fmla="*/ 2147483647 h 935"/>
                <a:gd name="T16" fmla="*/ 2147483647 w 1139"/>
                <a:gd name="T17" fmla="*/ 2147483647 h 935"/>
                <a:gd name="T18" fmla="*/ 2147483647 w 1139"/>
                <a:gd name="T19" fmla="*/ 2147483647 h 935"/>
                <a:gd name="T20" fmla="*/ 2147483647 w 1139"/>
                <a:gd name="T21" fmla="*/ 2147483647 h 935"/>
                <a:gd name="T22" fmla="*/ 0 w 1139"/>
                <a:gd name="T23" fmla="*/ 2147483647 h 935"/>
                <a:gd name="T24" fmla="*/ 2147483647 w 1139"/>
                <a:gd name="T25" fmla="*/ 2147483647 h 935"/>
                <a:gd name="T26" fmla="*/ 2147483647 w 1139"/>
                <a:gd name="T27" fmla="*/ 2147483647 h 935"/>
                <a:gd name="T28" fmla="*/ 2147483647 w 1139"/>
                <a:gd name="T29" fmla="*/ 2147483647 h 935"/>
                <a:gd name="T30" fmla="*/ 2147483647 w 1139"/>
                <a:gd name="T31" fmla="*/ 2147483647 h 935"/>
                <a:gd name="T32" fmla="*/ 2147483647 w 1139"/>
                <a:gd name="T33" fmla="*/ 2147483647 h 935"/>
                <a:gd name="T34" fmla="*/ 2147483647 w 1139"/>
                <a:gd name="T35" fmla="*/ 0 h 935"/>
                <a:gd name="T36" fmla="*/ 2147483647 w 1139"/>
                <a:gd name="T37" fmla="*/ 2147483647 h 935"/>
                <a:gd name="T38" fmla="*/ 2147483647 w 1139"/>
                <a:gd name="T39" fmla="*/ 2147483647 h 935"/>
                <a:gd name="T40" fmla="*/ 2147483647 w 1139"/>
                <a:gd name="T41" fmla="*/ 2147483647 h 935"/>
                <a:gd name="T42" fmla="*/ 2147483647 w 1139"/>
                <a:gd name="T43" fmla="*/ 2147483647 h 93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39"/>
                <a:gd name="T67" fmla="*/ 0 h 935"/>
                <a:gd name="T68" fmla="*/ 1139 w 1139"/>
                <a:gd name="T69" fmla="*/ 935 h 93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39" h="935">
                  <a:moveTo>
                    <a:pt x="1139" y="613"/>
                  </a:moveTo>
                  <a:lnTo>
                    <a:pt x="862" y="797"/>
                  </a:lnTo>
                  <a:lnTo>
                    <a:pt x="846" y="920"/>
                  </a:lnTo>
                  <a:lnTo>
                    <a:pt x="674" y="935"/>
                  </a:lnTo>
                  <a:lnTo>
                    <a:pt x="572" y="855"/>
                  </a:lnTo>
                  <a:lnTo>
                    <a:pt x="562" y="738"/>
                  </a:lnTo>
                  <a:lnTo>
                    <a:pt x="443" y="694"/>
                  </a:lnTo>
                  <a:lnTo>
                    <a:pt x="400" y="571"/>
                  </a:lnTo>
                  <a:lnTo>
                    <a:pt x="233" y="596"/>
                  </a:lnTo>
                  <a:lnTo>
                    <a:pt x="142" y="539"/>
                  </a:lnTo>
                  <a:lnTo>
                    <a:pt x="71" y="532"/>
                  </a:lnTo>
                  <a:lnTo>
                    <a:pt x="0" y="238"/>
                  </a:lnTo>
                  <a:lnTo>
                    <a:pt x="114" y="161"/>
                  </a:lnTo>
                  <a:lnTo>
                    <a:pt x="248" y="191"/>
                  </a:lnTo>
                  <a:lnTo>
                    <a:pt x="362" y="339"/>
                  </a:lnTo>
                  <a:lnTo>
                    <a:pt x="377" y="158"/>
                  </a:lnTo>
                  <a:lnTo>
                    <a:pt x="375" y="16"/>
                  </a:lnTo>
                  <a:lnTo>
                    <a:pt x="597" y="0"/>
                  </a:lnTo>
                  <a:lnTo>
                    <a:pt x="765" y="467"/>
                  </a:lnTo>
                  <a:lnTo>
                    <a:pt x="916" y="475"/>
                  </a:lnTo>
                  <a:lnTo>
                    <a:pt x="949" y="416"/>
                  </a:lnTo>
                  <a:lnTo>
                    <a:pt x="1139" y="61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19" name="Freeform 40"/>
            <p:cNvSpPr>
              <a:spLocks noChangeAspect="1"/>
            </p:cNvSpPr>
            <p:nvPr/>
          </p:nvSpPr>
          <p:spPr bwMode="auto">
            <a:xfrm>
              <a:off x="2146300" y="2719388"/>
              <a:ext cx="263525" cy="339725"/>
            </a:xfrm>
            <a:custGeom>
              <a:avLst/>
              <a:gdLst>
                <a:gd name="T0" fmla="*/ 2147483647 w 661"/>
                <a:gd name="T1" fmla="*/ 2147483647 h 968"/>
                <a:gd name="T2" fmla="*/ 2147483647 w 661"/>
                <a:gd name="T3" fmla="*/ 2147483647 h 968"/>
                <a:gd name="T4" fmla="*/ 2147483647 w 661"/>
                <a:gd name="T5" fmla="*/ 2147483647 h 968"/>
                <a:gd name="T6" fmla="*/ 2147483647 w 661"/>
                <a:gd name="T7" fmla="*/ 2147483647 h 968"/>
                <a:gd name="T8" fmla="*/ 2147483647 w 661"/>
                <a:gd name="T9" fmla="*/ 2147483647 h 968"/>
                <a:gd name="T10" fmla="*/ 2147483647 w 661"/>
                <a:gd name="T11" fmla="*/ 2147483647 h 968"/>
                <a:gd name="T12" fmla="*/ 2147483647 w 661"/>
                <a:gd name="T13" fmla="*/ 2147483647 h 968"/>
                <a:gd name="T14" fmla="*/ 2147483647 w 661"/>
                <a:gd name="T15" fmla="*/ 2147483647 h 968"/>
                <a:gd name="T16" fmla="*/ 0 w 661"/>
                <a:gd name="T17" fmla="*/ 2147483647 h 968"/>
                <a:gd name="T18" fmla="*/ 2147483647 w 661"/>
                <a:gd name="T19" fmla="*/ 2147483647 h 968"/>
                <a:gd name="T20" fmla="*/ 2147483647 w 661"/>
                <a:gd name="T21" fmla="*/ 2147483647 h 968"/>
                <a:gd name="T22" fmla="*/ 2147483647 w 661"/>
                <a:gd name="T23" fmla="*/ 2147483647 h 968"/>
                <a:gd name="T24" fmla="*/ 2147483647 w 661"/>
                <a:gd name="T25" fmla="*/ 2147483647 h 968"/>
                <a:gd name="T26" fmla="*/ 2147483647 w 661"/>
                <a:gd name="T27" fmla="*/ 2147483647 h 968"/>
                <a:gd name="T28" fmla="*/ 2147483647 w 661"/>
                <a:gd name="T29" fmla="*/ 2147483647 h 968"/>
                <a:gd name="T30" fmla="*/ 2147483647 w 661"/>
                <a:gd name="T31" fmla="*/ 0 h 968"/>
                <a:gd name="T32" fmla="*/ 2147483647 w 661"/>
                <a:gd name="T33" fmla="*/ 2147483647 h 968"/>
                <a:gd name="T34" fmla="*/ 2147483647 w 661"/>
                <a:gd name="T35" fmla="*/ 2147483647 h 968"/>
                <a:gd name="T36" fmla="*/ 2147483647 w 661"/>
                <a:gd name="T37" fmla="*/ 2147483647 h 968"/>
                <a:gd name="T38" fmla="*/ 2147483647 w 661"/>
                <a:gd name="T39" fmla="*/ 2147483647 h 968"/>
                <a:gd name="T40" fmla="*/ 2147483647 w 661"/>
                <a:gd name="T41" fmla="*/ 2147483647 h 9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1"/>
                <a:gd name="T64" fmla="*/ 0 h 968"/>
                <a:gd name="T65" fmla="*/ 661 w 661"/>
                <a:gd name="T66" fmla="*/ 968 h 9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1" h="968">
                  <a:moveTo>
                    <a:pt x="439" y="722"/>
                  </a:moveTo>
                  <a:lnTo>
                    <a:pt x="403" y="774"/>
                  </a:lnTo>
                  <a:lnTo>
                    <a:pt x="388" y="890"/>
                  </a:lnTo>
                  <a:lnTo>
                    <a:pt x="290" y="968"/>
                  </a:lnTo>
                  <a:lnTo>
                    <a:pt x="206" y="948"/>
                  </a:lnTo>
                  <a:lnTo>
                    <a:pt x="145" y="806"/>
                  </a:lnTo>
                  <a:lnTo>
                    <a:pt x="64" y="774"/>
                  </a:lnTo>
                  <a:lnTo>
                    <a:pt x="97" y="697"/>
                  </a:lnTo>
                  <a:lnTo>
                    <a:pt x="0" y="568"/>
                  </a:lnTo>
                  <a:lnTo>
                    <a:pt x="17" y="548"/>
                  </a:lnTo>
                  <a:lnTo>
                    <a:pt x="129" y="451"/>
                  </a:lnTo>
                  <a:lnTo>
                    <a:pt x="145" y="354"/>
                  </a:lnTo>
                  <a:lnTo>
                    <a:pt x="210" y="309"/>
                  </a:lnTo>
                  <a:lnTo>
                    <a:pt x="248" y="209"/>
                  </a:lnTo>
                  <a:lnTo>
                    <a:pt x="339" y="180"/>
                  </a:lnTo>
                  <a:lnTo>
                    <a:pt x="500" y="0"/>
                  </a:lnTo>
                  <a:lnTo>
                    <a:pt x="590" y="15"/>
                  </a:lnTo>
                  <a:lnTo>
                    <a:pt x="661" y="309"/>
                  </a:lnTo>
                  <a:lnTo>
                    <a:pt x="564" y="354"/>
                  </a:lnTo>
                  <a:lnTo>
                    <a:pt x="549" y="548"/>
                  </a:lnTo>
                  <a:lnTo>
                    <a:pt x="439" y="72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0" name="Freeform 41"/>
            <p:cNvSpPr>
              <a:spLocks noChangeAspect="1"/>
            </p:cNvSpPr>
            <p:nvPr/>
          </p:nvSpPr>
          <p:spPr bwMode="auto">
            <a:xfrm>
              <a:off x="2319338" y="2828925"/>
              <a:ext cx="350837" cy="230188"/>
            </a:xfrm>
            <a:custGeom>
              <a:avLst/>
              <a:gdLst>
                <a:gd name="T0" fmla="*/ 2147483647 w 880"/>
                <a:gd name="T1" fmla="*/ 2147483647 h 659"/>
                <a:gd name="T2" fmla="*/ 2147483647 w 880"/>
                <a:gd name="T3" fmla="*/ 2147483647 h 659"/>
                <a:gd name="T4" fmla="*/ 2147483647 w 880"/>
                <a:gd name="T5" fmla="*/ 2147483647 h 659"/>
                <a:gd name="T6" fmla="*/ 2147483647 w 880"/>
                <a:gd name="T7" fmla="*/ 2147483647 h 659"/>
                <a:gd name="T8" fmla="*/ 2147483647 w 880"/>
                <a:gd name="T9" fmla="*/ 2147483647 h 659"/>
                <a:gd name="T10" fmla="*/ 2147483647 w 880"/>
                <a:gd name="T11" fmla="*/ 2147483647 h 659"/>
                <a:gd name="T12" fmla="*/ 2147483647 w 880"/>
                <a:gd name="T13" fmla="*/ 2147483647 h 659"/>
                <a:gd name="T14" fmla="*/ 2147483647 w 880"/>
                <a:gd name="T15" fmla="*/ 2147483647 h 659"/>
                <a:gd name="T16" fmla="*/ 2147483647 w 880"/>
                <a:gd name="T17" fmla="*/ 2147483647 h 659"/>
                <a:gd name="T18" fmla="*/ 2147483647 w 880"/>
                <a:gd name="T19" fmla="*/ 2147483647 h 659"/>
                <a:gd name="T20" fmla="*/ 2147483647 w 880"/>
                <a:gd name="T21" fmla="*/ 0 h 659"/>
                <a:gd name="T22" fmla="*/ 2147483647 w 880"/>
                <a:gd name="T23" fmla="*/ 2147483647 h 659"/>
                <a:gd name="T24" fmla="*/ 2147483647 w 880"/>
                <a:gd name="T25" fmla="*/ 2147483647 h 659"/>
                <a:gd name="T26" fmla="*/ 0 w 880"/>
                <a:gd name="T27" fmla="*/ 2147483647 h 659"/>
                <a:gd name="T28" fmla="*/ 2147483647 w 880"/>
                <a:gd name="T29" fmla="*/ 2147483647 h 659"/>
                <a:gd name="T30" fmla="*/ 2147483647 w 880"/>
                <a:gd name="T31" fmla="*/ 2147483647 h 659"/>
                <a:gd name="T32" fmla="*/ 2147483647 w 880"/>
                <a:gd name="T33" fmla="*/ 2147483647 h 659"/>
                <a:gd name="T34" fmla="*/ 2147483647 w 880"/>
                <a:gd name="T35" fmla="*/ 2147483647 h 659"/>
                <a:gd name="T36" fmla="*/ 2147483647 w 880"/>
                <a:gd name="T37" fmla="*/ 2147483647 h 659"/>
                <a:gd name="T38" fmla="*/ 2147483647 w 880"/>
                <a:gd name="T39" fmla="*/ 2147483647 h 6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80"/>
                <a:gd name="T61" fmla="*/ 0 h 659"/>
                <a:gd name="T62" fmla="*/ 880 w 880"/>
                <a:gd name="T63" fmla="*/ 659 h 6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80" h="659">
                  <a:moveTo>
                    <a:pt x="880" y="653"/>
                  </a:moveTo>
                  <a:lnTo>
                    <a:pt x="874" y="588"/>
                  </a:lnTo>
                  <a:lnTo>
                    <a:pt x="810" y="530"/>
                  </a:lnTo>
                  <a:lnTo>
                    <a:pt x="825" y="403"/>
                  </a:lnTo>
                  <a:lnTo>
                    <a:pt x="723" y="323"/>
                  </a:lnTo>
                  <a:lnTo>
                    <a:pt x="713" y="206"/>
                  </a:lnTo>
                  <a:lnTo>
                    <a:pt x="594" y="162"/>
                  </a:lnTo>
                  <a:lnTo>
                    <a:pt x="551" y="39"/>
                  </a:lnTo>
                  <a:lnTo>
                    <a:pt x="384" y="64"/>
                  </a:lnTo>
                  <a:lnTo>
                    <a:pt x="293" y="7"/>
                  </a:lnTo>
                  <a:lnTo>
                    <a:pt x="222" y="0"/>
                  </a:lnTo>
                  <a:lnTo>
                    <a:pt x="125" y="45"/>
                  </a:lnTo>
                  <a:lnTo>
                    <a:pt x="110" y="239"/>
                  </a:lnTo>
                  <a:lnTo>
                    <a:pt x="0" y="413"/>
                  </a:lnTo>
                  <a:lnTo>
                    <a:pt x="325" y="539"/>
                  </a:lnTo>
                  <a:lnTo>
                    <a:pt x="448" y="539"/>
                  </a:lnTo>
                  <a:lnTo>
                    <a:pt x="545" y="507"/>
                  </a:lnTo>
                  <a:lnTo>
                    <a:pt x="642" y="581"/>
                  </a:lnTo>
                  <a:lnTo>
                    <a:pt x="825" y="659"/>
                  </a:lnTo>
                  <a:lnTo>
                    <a:pt x="880" y="65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1" name="Freeform 42"/>
            <p:cNvSpPr>
              <a:spLocks noChangeAspect="1"/>
            </p:cNvSpPr>
            <p:nvPr/>
          </p:nvSpPr>
          <p:spPr bwMode="auto">
            <a:xfrm>
              <a:off x="2262188" y="2971800"/>
              <a:ext cx="446087" cy="261938"/>
            </a:xfrm>
            <a:custGeom>
              <a:avLst/>
              <a:gdLst>
                <a:gd name="T0" fmla="*/ 2147483647 w 1120"/>
                <a:gd name="T1" fmla="*/ 2147483647 h 742"/>
                <a:gd name="T2" fmla="*/ 2147483647 w 1120"/>
                <a:gd name="T3" fmla="*/ 2147483647 h 742"/>
                <a:gd name="T4" fmla="*/ 2147483647 w 1120"/>
                <a:gd name="T5" fmla="*/ 2147483647 h 742"/>
                <a:gd name="T6" fmla="*/ 2147483647 w 1120"/>
                <a:gd name="T7" fmla="*/ 2147483647 h 742"/>
                <a:gd name="T8" fmla="*/ 2147483647 w 1120"/>
                <a:gd name="T9" fmla="*/ 2147483647 h 742"/>
                <a:gd name="T10" fmla="*/ 2147483647 w 1120"/>
                <a:gd name="T11" fmla="*/ 2147483647 h 742"/>
                <a:gd name="T12" fmla="*/ 2147483647 w 1120"/>
                <a:gd name="T13" fmla="*/ 2147483647 h 742"/>
                <a:gd name="T14" fmla="*/ 2147483647 w 1120"/>
                <a:gd name="T15" fmla="*/ 2147483647 h 742"/>
                <a:gd name="T16" fmla="*/ 2147483647 w 1120"/>
                <a:gd name="T17" fmla="*/ 2147483647 h 742"/>
                <a:gd name="T18" fmla="*/ 2147483647 w 1120"/>
                <a:gd name="T19" fmla="*/ 2147483647 h 742"/>
                <a:gd name="T20" fmla="*/ 2147483647 w 1120"/>
                <a:gd name="T21" fmla="*/ 2147483647 h 742"/>
                <a:gd name="T22" fmla="*/ 2147483647 w 1120"/>
                <a:gd name="T23" fmla="*/ 2147483647 h 742"/>
                <a:gd name="T24" fmla="*/ 2147483647 w 1120"/>
                <a:gd name="T25" fmla="*/ 2147483647 h 742"/>
                <a:gd name="T26" fmla="*/ 2147483647 w 1120"/>
                <a:gd name="T27" fmla="*/ 2147483647 h 742"/>
                <a:gd name="T28" fmla="*/ 2147483647 w 1120"/>
                <a:gd name="T29" fmla="*/ 2147483647 h 742"/>
                <a:gd name="T30" fmla="*/ 2147483647 w 1120"/>
                <a:gd name="T31" fmla="*/ 0 h 742"/>
                <a:gd name="T32" fmla="*/ 2147483647 w 1120"/>
                <a:gd name="T33" fmla="*/ 2147483647 h 742"/>
                <a:gd name="T34" fmla="*/ 2147483647 w 1120"/>
                <a:gd name="T35" fmla="*/ 2147483647 h 742"/>
                <a:gd name="T36" fmla="*/ 0 w 1120"/>
                <a:gd name="T37" fmla="*/ 2147483647 h 742"/>
                <a:gd name="T38" fmla="*/ 2147483647 w 1120"/>
                <a:gd name="T39" fmla="*/ 2147483647 h 742"/>
                <a:gd name="T40" fmla="*/ 2147483647 w 1120"/>
                <a:gd name="T41" fmla="*/ 2147483647 h 742"/>
                <a:gd name="T42" fmla="*/ 2147483647 w 1120"/>
                <a:gd name="T43" fmla="*/ 2147483647 h 7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20"/>
                <a:gd name="T67" fmla="*/ 0 h 742"/>
                <a:gd name="T68" fmla="*/ 1120 w 1120"/>
                <a:gd name="T69" fmla="*/ 742 h 7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20" h="742">
                  <a:moveTo>
                    <a:pt x="426" y="611"/>
                  </a:moveTo>
                  <a:lnTo>
                    <a:pt x="507" y="562"/>
                  </a:lnTo>
                  <a:lnTo>
                    <a:pt x="668" y="675"/>
                  </a:lnTo>
                  <a:lnTo>
                    <a:pt x="758" y="675"/>
                  </a:lnTo>
                  <a:lnTo>
                    <a:pt x="839" y="742"/>
                  </a:lnTo>
                  <a:lnTo>
                    <a:pt x="968" y="665"/>
                  </a:lnTo>
                  <a:lnTo>
                    <a:pt x="952" y="524"/>
                  </a:lnTo>
                  <a:lnTo>
                    <a:pt x="1120" y="384"/>
                  </a:lnTo>
                  <a:lnTo>
                    <a:pt x="1097" y="232"/>
                  </a:lnTo>
                  <a:lnTo>
                    <a:pt x="1029" y="240"/>
                  </a:lnTo>
                  <a:lnTo>
                    <a:pt x="974" y="246"/>
                  </a:lnTo>
                  <a:lnTo>
                    <a:pt x="791" y="168"/>
                  </a:lnTo>
                  <a:lnTo>
                    <a:pt x="694" y="94"/>
                  </a:lnTo>
                  <a:lnTo>
                    <a:pt x="597" y="126"/>
                  </a:lnTo>
                  <a:lnTo>
                    <a:pt x="474" y="126"/>
                  </a:lnTo>
                  <a:lnTo>
                    <a:pt x="149" y="0"/>
                  </a:lnTo>
                  <a:lnTo>
                    <a:pt x="113" y="52"/>
                  </a:lnTo>
                  <a:lnTo>
                    <a:pt x="98" y="168"/>
                  </a:lnTo>
                  <a:lnTo>
                    <a:pt x="0" y="246"/>
                  </a:lnTo>
                  <a:lnTo>
                    <a:pt x="152" y="465"/>
                  </a:lnTo>
                  <a:lnTo>
                    <a:pt x="323" y="471"/>
                  </a:lnTo>
                  <a:lnTo>
                    <a:pt x="426" y="61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2" name="Freeform 43"/>
            <p:cNvSpPr>
              <a:spLocks noChangeAspect="1"/>
            </p:cNvSpPr>
            <p:nvPr/>
          </p:nvSpPr>
          <p:spPr bwMode="auto">
            <a:xfrm>
              <a:off x="2100263" y="3052763"/>
              <a:ext cx="330200" cy="206375"/>
            </a:xfrm>
            <a:custGeom>
              <a:avLst/>
              <a:gdLst>
                <a:gd name="T0" fmla="*/ 2147483647 w 829"/>
                <a:gd name="T1" fmla="*/ 2147483647 h 593"/>
                <a:gd name="T2" fmla="*/ 2147483647 w 829"/>
                <a:gd name="T3" fmla="*/ 2147483647 h 593"/>
                <a:gd name="T4" fmla="*/ 2147483647 w 829"/>
                <a:gd name="T5" fmla="*/ 2147483647 h 593"/>
                <a:gd name="T6" fmla="*/ 2147483647 w 829"/>
                <a:gd name="T7" fmla="*/ 2147483647 h 593"/>
                <a:gd name="T8" fmla="*/ 2147483647 w 829"/>
                <a:gd name="T9" fmla="*/ 2147483647 h 593"/>
                <a:gd name="T10" fmla="*/ 2147483647 w 829"/>
                <a:gd name="T11" fmla="*/ 2147483647 h 593"/>
                <a:gd name="T12" fmla="*/ 2147483647 w 829"/>
                <a:gd name="T13" fmla="*/ 2147483647 h 593"/>
                <a:gd name="T14" fmla="*/ 2147483647 w 829"/>
                <a:gd name="T15" fmla="*/ 2147483647 h 593"/>
                <a:gd name="T16" fmla="*/ 2147483647 w 829"/>
                <a:gd name="T17" fmla="*/ 2147483647 h 593"/>
                <a:gd name="T18" fmla="*/ 0 w 829"/>
                <a:gd name="T19" fmla="*/ 2147483647 h 593"/>
                <a:gd name="T20" fmla="*/ 2147483647 w 829"/>
                <a:gd name="T21" fmla="*/ 2147483647 h 593"/>
                <a:gd name="T22" fmla="*/ 2147483647 w 829"/>
                <a:gd name="T23" fmla="*/ 2147483647 h 593"/>
                <a:gd name="T24" fmla="*/ 2147483647 w 829"/>
                <a:gd name="T25" fmla="*/ 2147483647 h 593"/>
                <a:gd name="T26" fmla="*/ 2147483647 w 829"/>
                <a:gd name="T27" fmla="*/ 0 h 593"/>
                <a:gd name="T28" fmla="*/ 2147483647 w 829"/>
                <a:gd name="T29" fmla="*/ 2147483647 h 593"/>
                <a:gd name="T30" fmla="*/ 2147483647 w 829"/>
                <a:gd name="T31" fmla="*/ 2147483647 h 593"/>
                <a:gd name="T32" fmla="*/ 2147483647 w 829"/>
                <a:gd name="T33" fmla="*/ 2147483647 h 593"/>
                <a:gd name="T34" fmla="*/ 2147483647 w 829"/>
                <a:gd name="T35" fmla="*/ 2147483647 h 59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9"/>
                <a:gd name="T55" fmla="*/ 0 h 593"/>
                <a:gd name="T56" fmla="*/ 829 w 829"/>
                <a:gd name="T57" fmla="*/ 593 h 59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9" h="593">
                  <a:moveTo>
                    <a:pt x="829" y="385"/>
                  </a:moveTo>
                  <a:lnTo>
                    <a:pt x="790" y="407"/>
                  </a:lnTo>
                  <a:lnTo>
                    <a:pt x="716" y="491"/>
                  </a:lnTo>
                  <a:lnTo>
                    <a:pt x="732" y="568"/>
                  </a:lnTo>
                  <a:lnTo>
                    <a:pt x="442" y="587"/>
                  </a:lnTo>
                  <a:lnTo>
                    <a:pt x="345" y="523"/>
                  </a:lnTo>
                  <a:lnTo>
                    <a:pt x="283" y="578"/>
                  </a:lnTo>
                  <a:lnTo>
                    <a:pt x="168" y="593"/>
                  </a:lnTo>
                  <a:lnTo>
                    <a:pt x="64" y="587"/>
                  </a:lnTo>
                  <a:lnTo>
                    <a:pt x="0" y="426"/>
                  </a:lnTo>
                  <a:lnTo>
                    <a:pt x="64" y="362"/>
                  </a:lnTo>
                  <a:lnTo>
                    <a:pt x="81" y="116"/>
                  </a:lnTo>
                  <a:lnTo>
                    <a:pt x="177" y="103"/>
                  </a:lnTo>
                  <a:lnTo>
                    <a:pt x="319" y="0"/>
                  </a:lnTo>
                  <a:lnTo>
                    <a:pt x="403" y="20"/>
                  </a:lnTo>
                  <a:lnTo>
                    <a:pt x="555" y="239"/>
                  </a:lnTo>
                  <a:lnTo>
                    <a:pt x="726" y="245"/>
                  </a:lnTo>
                  <a:lnTo>
                    <a:pt x="829" y="38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3" name="Freeform 44"/>
            <p:cNvSpPr>
              <a:spLocks noChangeAspect="1"/>
            </p:cNvSpPr>
            <p:nvPr/>
          </p:nvSpPr>
          <p:spPr bwMode="auto">
            <a:xfrm>
              <a:off x="1973263" y="3224213"/>
              <a:ext cx="255587" cy="212725"/>
            </a:xfrm>
            <a:custGeom>
              <a:avLst/>
              <a:gdLst>
                <a:gd name="T0" fmla="*/ 2147483647 w 651"/>
                <a:gd name="T1" fmla="*/ 2147483647 h 604"/>
                <a:gd name="T2" fmla="*/ 2147483647 w 651"/>
                <a:gd name="T3" fmla="*/ 2147483647 h 604"/>
                <a:gd name="T4" fmla="*/ 2147483647 w 651"/>
                <a:gd name="T5" fmla="*/ 2147483647 h 604"/>
                <a:gd name="T6" fmla="*/ 2147483647 w 651"/>
                <a:gd name="T7" fmla="*/ 2147483647 h 604"/>
                <a:gd name="T8" fmla="*/ 2147483647 w 651"/>
                <a:gd name="T9" fmla="*/ 2147483647 h 604"/>
                <a:gd name="T10" fmla="*/ 2147483647 w 651"/>
                <a:gd name="T11" fmla="*/ 2147483647 h 604"/>
                <a:gd name="T12" fmla="*/ 2147483647 w 651"/>
                <a:gd name="T13" fmla="*/ 2147483647 h 604"/>
                <a:gd name="T14" fmla="*/ 2147483647 w 651"/>
                <a:gd name="T15" fmla="*/ 2147483647 h 604"/>
                <a:gd name="T16" fmla="*/ 2147483647 w 651"/>
                <a:gd name="T17" fmla="*/ 2147483647 h 604"/>
                <a:gd name="T18" fmla="*/ 2147483647 w 651"/>
                <a:gd name="T19" fmla="*/ 2147483647 h 604"/>
                <a:gd name="T20" fmla="*/ 2147483647 w 651"/>
                <a:gd name="T21" fmla="*/ 2147483647 h 604"/>
                <a:gd name="T22" fmla="*/ 2147483647 w 651"/>
                <a:gd name="T23" fmla="*/ 2147483647 h 604"/>
                <a:gd name="T24" fmla="*/ 2147483647 w 651"/>
                <a:gd name="T25" fmla="*/ 2147483647 h 604"/>
                <a:gd name="T26" fmla="*/ 2147483647 w 651"/>
                <a:gd name="T27" fmla="*/ 2147483647 h 604"/>
                <a:gd name="T28" fmla="*/ 2147483647 w 651"/>
                <a:gd name="T29" fmla="*/ 2147483647 h 604"/>
                <a:gd name="T30" fmla="*/ 0 w 651"/>
                <a:gd name="T31" fmla="*/ 2147483647 h 604"/>
                <a:gd name="T32" fmla="*/ 2147483647 w 651"/>
                <a:gd name="T33" fmla="*/ 2147483647 h 604"/>
                <a:gd name="T34" fmla="*/ 2147483647 w 651"/>
                <a:gd name="T35" fmla="*/ 0 h 604"/>
                <a:gd name="T36" fmla="*/ 2147483647 w 651"/>
                <a:gd name="T37" fmla="*/ 2147483647 h 6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1"/>
                <a:gd name="T58" fmla="*/ 0 h 604"/>
                <a:gd name="T59" fmla="*/ 651 w 651"/>
                <a:gd name="T60" fmla="*/ 604 h 6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1" h="604">
                  <a:moveTo>
                    <a:pt x="386" y="96"/>
                  </a:moveTo>
                  <a:lnTo>
                    <a:pt x="490" y="102"/>
                  </a:lnTo>
                  <a:lnTo>
                    <a:pt x="605" y="87"/>
                  </a:lnTo>
                  <a:lnTo>
                    <a:pt x="651" y="248"/>
                  </a:lnTo>
                  <a:lnTo>
                    <a:pt x="586" y="297"/>
                  </a:lnTo>
                  <a:lnTo>
                    <a:pt x="645" y="409"/>
                  </a:lnTo>
                  <a:lnTo>
                    <a:pt x="516" y="458"/>
                  </a:lnTo>
                  <a:lnTo>
                    <a:pt x="452" y="577"/>
                  </a:lnTo>
                  <a:lnTo>
                    <a:pt x="312" y="604"/>
                  </a:lnTo>
                  <a:lnTo>
                    <a:pt x="225" y="577"/>
                  </a:lnTo>
                  <a:lnTo>
                    <a:pt x="289" y="549"/>
                  </a:lnTo>
                  <a:lnTo>
                    <a:pt x="274" y="451"/>
                  </a:lnTo>
                  <a:lnTo>
                    <a:pt x="257" y="426"/>
                  </a:lnTo>
                  <a:lnTo>
                    <a:pt x="177" y="303"/>
                  </a:lnTo>
                  <a:lnTo>
                    <a:pt x="64" y="303"/>
                  </a:lnTo>
                  <a:lnTo>
                    <a:pt x="0" y="174"/>
                  </a:lnTo>
                  <a:lnTo>
                    <a:pt x="15" y="157"/>
                  </a:lnTo>
                  <a:lnTo>
                    <a:pt x="145" y="0"/>
                  </a:lnTo>
                  <a:lnTo>
                    <a:pt x="386" y="96"/>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4" name="Freeform 45"/>
            <p:cNvSpPr>
              <a:spLocks noChangeAspect="1"/>
            </p:cNvSpPr>
            <p:nvPr/>
          </p:nvSpPr>
          <p:spPr bwMode="auto">
            <a:xfrm>
              <a:off x="1824038" y="4243388"/>
              <a:ext cx="136525" cy="122237"/>
            </a:xfrm>
            <a:custGeom>
              <a:avLst/>
              <a:gdLst>
                <a:gd name="T0" fmla="*/ 2147483647 w 350"/>
                <a:gd name="T1" fmla="*/ 2147483647 h 352"/>
                <a:gd name="T2" fmla="*/ 2147483647 w 350"/>
                <a:gd name="T3" fmla="*/ 2147483647 h 352"/>
                <a:gd name="T4" fmla="*/ 2147483647 w 350"/>
                <a:gd name="T5" fmla="*/ 0 h 352"/>
                <a:gd name="T6" fmla="*/ 0 w 350"/>
                <a:gd name="T7" fmla="*/ 2147483647 h 352"/>
                <a:gd name="T8" fmla="*/ 2147483647 w 350"/>
                <a:gd name="T9" fmla="*/ 2147483647 h 352"/>
                <a:gd name="T10" fmla="*/ 2147483647 w 350"/>
                <a:gd name="T11" fmla="*/ 2147483647 h 352"/>
                <a:gd name="T12" fmla="*/ 2147483647 w 350"/>
                <a:gd name="T13" fmla="*/ 2147483647 h 352"/>
                <a:gd name="T14" fmla="*/ 2147483647 w 350"/>
                <a:gd name="T15" fmla="*/ 2147483647 h 352"/>
                <a:gd name="T16" fmla="*/ 2147483647 w 350"/>
                <a:gd name="T17" fmla="*/ 2147483647 h 352"/>
                <a:gd name="T18" fmla="*/ 2147483647 w 350"/>
                <a:gd name="T19" fmla="*/ 2147483647 h 352"/>
                <a:gd name="T20" fmla="*/ 2147483647 w 350"/>
                <a:gd name="T21" fmla="*/ 2147483647 h 352"/>
                <a:gd name="T22" fmla="*/ 2147483647 w 350"/>
                <a:gd name="T23" fmla="*/ 2147483647 h 352"/>
                <a:gd name="T24" fmla="*/ 2147483647 w 350"/>
                <a:gd name="T25" fmla="*/ 2147483647 h 3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352"/>
                <a:gd name="T41" fmla="*/ 350 w 350"/>
                <a:gd name="T42" fmla="*/ 352 h 3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352">
                  <a:moveTo>
                    <a:pt x="263" y="32"/>
                  </a:moveTo>
                  <a:lnTo>
                    <a:pt x="206" y="48"/>
                  </a:lnTo>
                  <a:lnTo>
                    <a:pt x="102" y="0"/>
                  </a:lnTo>
                  <a:lnTo>
                    <a:pt x="0" y="93"/>
                  </a:lnTo>
                  <a:lnTo>
                    <a:pt x="21" y="129"/>
                  </a:lnTo>
                  <a:lnTo>
                    <a:pt x="176" y="352"/>
                  </a:lnTo>
                  <a:lnTo>
                    <a:pt x="183" y="345"/>
                  </a:lnTo>
                  <a:lnTo>
                    <a:pt x="206" y="297"/>
                  </a:lnTo>
                  <a:lnTo>
                    <a:pt x="295" y="274"/>
                  </a:lnTo>
                  <a:lnTo>
                    <a:pt x="303" y="274"/>
                  </a:lnTo>
                  <a:lnTo>
                    <a:pt x="350" y="102"/>
                  </a:lnTo>
                  <a:lnTo>
                    <a:pt x="270" y="32"/>
                  </a:lnTo>
                  <a:lnTo>
                    <a:pt x="263" y="3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5" name="Freeform 46"/>
            <p:cNvSpPr>
              <a:spLocks noChangeAspect="1"/>
            </p:cNvSpPr>
            <p:nvPr/>
          </p:nvSpPr>
          <p:spPr bwMode="auto">
            <a:xfrm>
              <a:off x="1927225" y="4119563"/>
              <a:ext cx="288925" cy="317500"/>
            </a:xfrm>
            <a:custGeom>
              <a:avLst/>
              <a:gdLst>
                <a:gd name="T0" fmla="*/ 2147483647 w 723"/>
                <a:gd name="T1" fmla="*/ 2147483647 h 901"/>
                <a:gd name="T2" fmla="*/ 2147483647 w 723"/>
                <a:gd name="T3" fmla="*/ 2147483647 h 901"/>
                <a:gd name="T4" fmla="*/ 2147483647 w 723"/>
                <a:gd name="T5" fmla="*/ 2147483647 h 901"/>
                <a:gd name="T6" fmla="*/ 2147483647 w 723"/>
                <a:gd name="T7" fmla="*/ 2147483647 h 901"/>
                <a:gd name="T8" fmla="*/ 2147483647 w 723"/>
                <a:gd name="T9" fmla="*/ 2147483647 h 901"/>
                <a:gd name="T10" fmla="*/ 2147483647 w 723"/>
                <a:gd name="T11" fmla="*/ 2147483647 h 901"/>
                <a:gd name="T12" fmla="*/ 2147483647 w 723"/>
                <a:gd name="T13" fmla="*/ 2147483647 h 901"/>
                <a:gd name="T14" fmla="*/ 0 w 723"/>
                <a:gd name="T15" fmla="*/ 2147483647 h 901"/>
                <a:gd name="T16" fmla="*/ 2147483647 w 723"/>
                <a:gd name="T17" fmla="*/ 2147483647 h 901"/>
                <a:gd name="T18" fmla="*/ 2147483647 w 723"/>
                <a:gd name="T19" fmla="*/ 2147483647 h 901"/>
                <a:gd name="T20" fmla="*/ 2147483647 w 723"/>
                <a:gd name="T21" fmla="*/ 0 h 901"/>
                <a:gd name="T22" fmla="*/ 2147483647 w 723"/>
                <a:gd name="T23" fmla="*/ 2147483647 h 901"/>
                <a:gd name="T24" fmla="*/ 2147483647 w 723"/>
                <a:gd name="T25" fmla="*/ 2147483647 h 901"/>
                <a:gd name="T26" fmla="*/ 2147483647 w 723"/>
                <a:gd name="T27" fmla="*/ 2147483647 h 901"/>
                <a:gd name="T28" fmla="*/ 2147483647 w 723"/>
                <a:gd name="T29" fmla="*/ 2147483647 h 901"/>
                <a:gd name="T30" fmla="*/ 2147483647 w 723"/>
                <a:gd name="T31" fmla="*/ 2147483647 h 901"/>
                <a:gd name="T32" fmla="*/ 2147483647 w 723"/>
                <a:gd name="T33" fmla="*/ 2147483647 h 901"/>
                <a:gd name="T34" fmla="*/ 2147483647 w 723"/>
                <a:gd name="T35" fmla="*/ 2147483647 h 901"/>
                <a:gd name="T36" fmla="*/ 2147483647 w 723"/>
                <a:gd name="T37" fmla="*/ 2147483647 h 901"/>
                <a:gd name="T38" fmla="*/ 2147483647 w 723"/>
                <a:gd name="T39" fmla="*/ 2147483647 h 901"/>
                <a:gd name="T40" fmla="*/ 2147483647 w 723"/>
                <a:gd name="T41" fmla="*/ 2147483647 h 901"/>
                <a:gd name="T42" fmla="*/ 2147483647 w 723"/>
                <a:gd name="T43" fmla="*/ 2147483647 h 9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23"/>
                <a:gd name="T67" fmla="*/ 0 h 901"/>
                <a:gd name="T68" fmla="*/ 723 w 723"/>
                <a:gd name="T69" fmla="*/ 901 h 90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23" h="901">
                  <a:moveTo>
                    <a:pt x="343" y="901"/>
                  </a:moveTo>
                  <a:lnTo>
                    <a:pt x="326" y="817"/>
                  </a:lnTo>
                  <a:lnTo>
                    <a:pt x="275" y="732"/>
                  </a:lnTo>
                  <a:lnTo>
                    <a:pt x="104" y="626"/>
                  </a:lnTo>
                  <a:lnTo>
                    <a:pt x="40" y="620"/>
                  </a:lnTo>
                  <a:lnTo>
                    <a:pt x="87" y="448"/>
                  </a:lnTo>
                  <a:lnTo>
                    <a:pt x="7" y="378"/>
                  </a:lnTo>
                  <a:lnTo>
                    <a:pt x="0" y="272"/>
                  </a:lnTo>
                  <a:lnTo>
                    <a:pt x="104" y="240"/>
                  </a:lnTo>
                  <a:lnTo>
                    <a:pt x="49" y="94"/>
                  </a:lnTo>
                  <a:lnTo>
                    <a:pt x="184" y="0"/>
                  </a:lnTo>
                  <a:lnTo>
                    <a:pt x="323" y="7"/>
                  </a:lnTo>
                  <a:lnTo>
                    <a:pt x="411" y="153"/>
                  </a:lnTo>
                  <a:lnTo>
                    <a:pt x="475" y="191"/>
                  </a:lnTo>
                  <a:lnTo>
                    <a:pt x="575" y="333"/>
                  </a:lnTo>
                  <a:lnTo>
                    <a:pt x="646" y="442"/>
                  </a:lnTo>
                  <a:lnTo>
                    <a:pt x="678" y="556"/>
                  </a:lnTo>
                  <a:lnTo>
                    <a:pt x="723" y="732"/>
                  </a:lnTo>
                  <a:lnTo>
                    <a:pt x="549" y="772"/>
                  </a:lnTo>
                  <a:lnTo>
                    <a:pt x="526" y="872"/>
                  </a:lnTo>
                  <a:lnTo>
                    <a:pt x="436" y="878"/>
                  </a:lnTo>
                  <a:lnTo>
                    <a:pt x="343" y="90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6" name="Freeform 47"/>
            <p:cNvSpPr>
              <a:spLocks noChangeAspect="1"/>
            </p:cNvSpPr>
            <p:nvPr/>
          </p:nvSpPr>
          <p:spPr bwMode="auto">
            <a:xfrm>
              <a:off x="1890713" y="4337050"/>
              <a:ext cx="165100" cy="98425"/>
            </a:xfrm>
            <a:custGeom>
              <a:avLst/>
              <a:gdLst>
                <a:gd name="T0" fmla="*/ 2147483647 w 413"/>
                <a:gd name="T1" fmla="*/ 2147483647 h 277"/>
                <a:gd name="T2" fmla="*/ 2147483647 w 413"/>
                <a:gd name="T3" fmla="*/ 2147483647 h 277"/>
                <a:gd name="T4" fmla="*/ 2147483647 w 413"/>
                <a:gd name="T5" fmla="*/ 2147483647 h 277"/>
                <a:gd name="T6" fmla="*/ 2147483647 w 413"/>
                <a:gd name="T7" fmla="*/ 2147483647 h 277"/>
                <a:gd name="T8" fmla="*/ 0 w 413"/>
                <a:gd name="T9" fmla="*/ 2147483647 h 277"/>
                <a:gd name="T10" fmla="*/ 2147483647 w 413"/>
                <a:gd name="T11" fmla="*/ 2147483647 h 277"/>
                <a:gd name="T12" fmla="*/ 2147483647 w 413"/>
                <a:gd name="T13" fmla="*/ 2147483647 h 277"/>
                <a:gd name="T14" fmla="*/ 2147483647 w 413"/>
                <a:gd name="T15" fmla="*/ 0 h 277"/>
                <a:gd name="T16" fmla="*/ 2147483647 w 413"/>
                <a:gd name="T17" fmla="*/ 0 h 277"/>
                <a:gd name="T18" fmla="*/ 2147483647 w 413"/>
                <a:gd name="T19" fmla="*/ 2147483647 h 277"/>
                <a:gd name="T20" fmla="*/ 2147483647 w 413"/>
                <a:gd name="T21" fmla="*/ 2147483647 h 277"/>
                <a:gd name="T22" fmla="*/ 2147483647 w 413"/>
                <a:gd name="T23" fmla="*/ 2147483647 h 277"/>
                <a:gd name="T24" fmla="*/ 2147483647 w 413"/>
                <a:gd name="T25" fmla="*/ 2147483647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3"/>
                <a:gd name="T40" fmla="*/ 0 h 277"/>
                <a:gd name="T41" fmla="*/ 413 w 413"/>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3" h="277">
                  <a:moveTo>
                    <a:pt x="333" y="262"/>
                  </a:moveTo>
                  <a:lnTo>
                    <a:pt x="239" y="241"/>
                  </a:lnTo>
                  <a:lnTo>
                    <a:pt x="159" y="277"/>
                  </a:lnTo>
                  <a:lnTo>
                    <a:pt x="23" y="112"/>
                  </a:lnTo>
                  <a:lnTo>
                    <a:pt x="0" y="78"/>
                  </a:lnTo>
                  <a:lnTo>
                    <a:pt x="7" y="71"/>
                  </a:lnTo>
                  <a:lnTo>
                    <a:pt x="30" y="23"/>
                  </a:lnTo>
                  <a:lnTo>
                    <a:pt x="119" y="0"/>
                  </a:lnTo>
                  <a:lnTo>
                    <a:pt x="127" y="0"/>
                  </a:lnTo>
                  <a:lnTo>
                    <a:pt x="191" y="6"/>
                  </a:lnTo>
                  <a:lnTo>
                    <a:pt x="362" y="112"/>
                  </a:lnTo>
                  <a:lnTo>
                    <a:pt x="413" y="197"/>
                  </a:lnTo>
                  <a:lnTo>
                    <a:pt x="333" y="26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7" name="Freeform 48"/>
            <p:cNvSpPr>
              <a:spLocks noChangeAspect="1"/>
            </p:cNvSpPr>
            <p:nvPr/>
          </p:nvSpPr>
          <p:spPr bwMode="auto">
            <a:xfrm>
              <a:off x="1989138" y="4427538"/>
              <a:ext cx="193675" cy="128587"/>
            </a:xfrm>
            <a:custGeom>
              <a:avLst/>
              <a:gdLst>
                <a:gd name="T0" fmla="*/ 2147483647 w 497"/>
                <a:gd name="T1" fmla="*/ 2147483647 h 373"/>
                <a:gd name="T2" fmla="*/ 2147483647 w 497"/>
                <a:gd name="T3" fmla="*/ 2147483647 h 373"/>
                <a:gd name="T4" fmla="*/ 2147483647 w 497"/>
                <a:gd name="T5" fmla="*/ 2147483647 h 373"/>
                <a:gd name="T6" fmla="*/ 2147483647 w 497"/>
                <a:gd name="T7" fmla="*/ 2147483647 h 373"/>
                <a:gd name="T8" fmla="*/ 2147483647 w 497"/>
                <a:gd name="T9" fmla="*/ 2147483647 h 373"/>
                <a:gd name="T10" fmla="*/ 2147483647 w 497"/>
                <a:gd name="T11" fmla="*/ 2147483647 h 373"/>
                <a:gd name="T12" fmla="*/ 2147483647 w 497"/>
                <a:gd name="T13" fmla="*/ 0 h 373"/>
                <a:gd name="T14" fmla="*/ 2147483647 w 497"/>
                <a:gd name="T15" fmla="*/ 2147483647 h 373"/>
                <a:gd name="T16" fmla="*/ 2147483647 w 497"/>
                <a:gd name="T17" fmla="*/ 2147483647 h 373"/>
                <a:gd name="T18" fmla="*/ 2147483647 w 497"/>
                <a:gd name="T19" fmla="*/ 2147483647 h 373"/>
                <a:gd name="T20" fmla="*/ 2147483647 w 497"/>
                <a:gd name="T21" fmla="*/ 2147483647 h 373"/>
                <a:gd name="T22" fmla="*/ 2147483647 w 497"/>
                <a:gd name="T23" fmla="*/ 2147483647 h 373"/>
                <a:gd name="T24" fmla="*/ 2147483647 w 497"/>
                <a:gd name="T25" fmla="*/ 2147483647 h 373"/>
                <a:gd name="T26" fmla="*/ 2147483647 w 497"/>
                <a:gd name="T27" fmla="*/ 2147483647 h 373"/>
                <a:gd name="T28" fmla="*/ 0 w 497"/>
                <a:gd name="T29" fmla="*/ 2147483647 h 373"/>
                <a:gd name="T30" fmla="*/ 2147483647 w 497"/>
                <a:gd name="T31" fmla="*/ 2147483647 h 3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97"/>
                <a:gd name="T49" fmla="*/ 0 h 373"/>
                <a:gd name="T50" fmla="*/ 497 w 497"/>
                <a:gd name="T51" fmla="*/ 373 h 37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97" h="373">
                  <a:moveTo>
                    <a:pt x="188" y="373"/>
                  </a:moveTo>
                  <a:lnTo>
                    <a:pt x="368" y="328"/>
                  </a:lnTo>
                  <a:lnTo>
                    <a:pt x="390" y="239"/>
                  </a:lnTo>
                  <a:lnTo>
                    <a:pt x="487" y="206"/>
                  </a:lnTo>
                  <a:lnTo>
                    <a:pt x="497" y="125"/>
                  </a:lnTo>
                  <a:lnTo>
                    <a:pt x="423" y="93"/>
                  </a:lnTo>
                  <a:lnTo>
                    <a:pt x="377" y="0"/>
                  </a:lnTo>
                  <a:lnTo>
                    <a:pt x="287" y="6"/>
                  </a:lnTo>
                  <a:lnTo>
                    <a:pt x="194" y="29"/>
                  </a:lnTo>
                  <a:lnTo>
                    <a:pt x="116" y="19"/>
                  </a:lnTo>
                  <a:lnTo>
                    <a:pt x="106" y="29"/>
                  </a:lnTo>
                  <a:lnTo>
                    <a:pt x="133" y="70"/>
                  </a:lnTo>
                  <a:lnTo>
                    <a:pt x="126" y="206"/>
                  </a:lnTo>
                  <a:lnTo>
                    <a:pt x="19" y="206"/>
                  </a:lnTo>
                  <a:lnTo>
                    <a:pt x="0" y="206"/>
                  </a:lnTo>
                  <a:lnTo>
                    <a:pt x="188" y="37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8" name="Freeform 49"/>
            <p:cNvSpPr>
              <a:spLocks noChangeAspect="1"/>
            </p:cNvSpPr>
            <p:nvPr/>
          </p:nvSpPr>
          <p:spPr bwMode="auto">
            <a:xfrm>
              <a:off x="1931988" y="4406900"/>
              <a:ext cx="130175" cy="92075"/>
            </a:xfrm>
            <a:custGeom>
              <a:avLst/>
              <a:gdLst>
                <a:gd name="T0" fmla="*/ 2147483647 w 326"/>
                <a:gd name="T1" fmla="*/ 2147483647 h 261"/>
                <a:gd name="T2" fmla="*/ 2147483647 w 326"/>
                <a:gd name="T3" fmla="*/ 2147483647 h 261"/>
                <a:gd name="T4" fmla="*/ 2147483647 w 326"/>
                <a:gd name="T5" fmla="*/ 2147483647 h 261"/>
                <a:gd name="T6" fmla="*/ 2147483647 w 326"/>
                <a:gd name="T7" fmla="*/ 2147483647 h 261"/>
                <a:gd name="T8" fmla="*/ 0 w 326"/>
                <a:gd name="T9" fmla="*/ 2147483647 h 261"/>
                <a:gd name="T10" fmla="*/ 2147483647 w 326"/>
                <a:gd name="T11" fmla="*/ 2147483647 h 261"/>
                <a:gd name="T12" fmla="*/ 2147483647 w 326"/>
                <a:gd name="T13" fmla="*/ 2147483647 h 261"/>
                <a:gd name="T14" fmla="*/ 2147483647 w 326"/>
                <a:gd name="T15" fmla="*/ 2147483647 h 261"/>
                <a:gd name="T16" fmla="*/ 2147483647 w 326"/>
                <a:gd name="T17" fmla="*/ 2147483647 h 261"/>
                <a:gd name="T18" fmla="*/ 2147483647 w 326"/>
                <a:gd name="T19" fmla="*/ 2147483647 h 261"/>
                <a:gd name="T20" fmla="*/ 2147483647 w 326"/>
                <a:gd name="T21" fmla="*/ 2147483647 h 261"/>
                <a:gd name="T22" fmla="*/ 2147483647 w 326"/>
                <a:gd name="T23" fmla="*/ 2147483647 h 261"/>
                <a:gd name="T24" fmla="*/ 2147483647 w 326"/>
                <a:gd name="T25" fmla="*/ 0 h 261"/>
                <a:gd name="T26" fmla="*/ 2147483647 w 326"/>
                <a:gd name="T27" fmla="*/ 2147483647 h 2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6"/>
                <a:gd name="T43" fmla="*/ 0 h 261"/>
                <a:gd name="T44" fmla="*/ 326 w 326"/>
                <a:gd name="T45" fmla="*/ 261 h 26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6" h="261">
                  <a:moveTo>
                    <a:pt x="229" y="65"/>
                  </a:moveTo>
                  <a:lnTo>
                    <a:pt x="135" y="44"/>
                  </a:lnTo>
                  <a:lnTo>
                    <a:pt x="55" y="80"/>
                  </a:lnTo>
                  <a:lnTo>
                    <a:pt x="64" y="93"/>
                  </a:lnTo>
                  <a:lnTo>
                    <a:pt x="0" y="142"/>
                  </a:lnTo>
                  <a:lnTo>
                    <a:pt x="132" y="261"/>
                  </a:lnTo>
                  <a:lnTo>
                    <a:pt x="151" y="261"/>
                  </a:lnTo>
                  <a:lnTo>
                    <a:pt x="258" y="261"/>
                  </a:lnTo>
                  <a:lnTo>
                    <a:pt x="265" y="125"/>
                  </a:lnTo>
                  <a:lnTo>
                    <a:pt x="238" y="84"/>
                  </a:lnTo>
                  <a:lnTo>
                    <a:pt x="248" y="74"/>
                  </a:lnTo>
                  <a:lnTo>
                    <a:pt x="326" y="84"/>
                  </a:lnTo>
                  <a:lnTo>
                    <a:pt x="309" y="0"/>
                  </a:lnTo>
                  <a:lnTo>
                    <a:pt x="229" y="6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29" name="Freeform 50"/>
            <p:cNvSpPr>
              <a:spLocks noChangeAspect="1"/>
            </p:cNvSpPr>
            <p:nvPr/>
          </p:nvSpPr>
          <p:spPr bwMode="auto">
            <a:xfrm>
              <a:off x="2327275" y="4083050"/>
              <a:ext cx="203200" cy="319088"/>
            </a:xfrm>
            <a:custGeom>
              <a:avLst/>
              <a:gdLst>
                <a:gd name="T0" fmla="*/ 2147483647 w 509"/>
                <a:gd name="T1" fmla="*/ 2147483647 h 910"/>
                <a:gd name="T2" fmla="*/ 0 w 509"/>
                <a:gd name="T3" fmla="*/ 2147483647 h 910"/>
                <a:gd name="T4" fmla="*/ 2147483647 w 509"/>
                <a:gd name="T5" fmla="*/ 2147483647 h 910"/>
                <a:gd name="T6" fmla="*/ 2147483647 w 509"/>
                <a:gd name="T7" fmla="*/ 2147483647 h 910"/>
                <a:gd name="T8" fmla="*/ 2147483647 w 509"/>
                <a:gd name="T9" fmla="*/ 2147483647 h 910"/>
                <a:gd name="T10" fmla="*/ 2147483647 w 509"/>
                <a:gd name="T11" fmla="*/ 2147483647 h 910"/>
                <a:gd name="T12" fmla="*/ 2147483647 w 509"/>
                <a:gd name="T13" fmla="*/ 2147483647 h 910"/>
                <a:gd name="T14" fmla="*/ 2147483647 w 509"/>
                <a:gd name="T15" fmla="*/ 2147483647 h 910"/>
                <a:gd name="T16" fmla="*/ 2147483647 w 509"/>
                <a:gd name="T17" fmla="*/ 2147483647 h 910"/>
                <a:gd name="T18" fmla="*/ 2147483647 w 509"/>
                <a:gd name="T19" fmla="*/ 2147483647 h 910"/>
                <a:gd name="T20" fmla="*/ 2147483647 w 509"/>
                <a:gd name="T21" fmla="*/ 2147483647 h 910"/>
                <a:gd name="T22" fmla="*/ 2147483647 w 509"/>
                <a:gd name="T23" fmla="*/ 0 h 910"/>
                <a:gd name="T24" fmla="*/ 2147483647 w 509"/>
                <a:gd name="T25" fmla="*/ 2147483647 h 910"/>
                <a:gd name="T26" fmla="*/ 2147483647 w 509"/>
                <a:gd name="T27" fmla="*/ 2147483647 h 910"/>
                <a:gd name="T28" fmla="*/ 2147483647 w 509"/>
                <a:gd name="T29" fmla="*/ 2147483647 h 910"/>
                <a:gd name="T30" fmla="*/ 2147483647 w 509"/>
                <a:gd name="T31" fmla="*/ 2147483647 h 910"/>
                <a:gd name="T32" fmla="*/ 2147483647 w 509"/>
                <a:gd name="T33" fmla="*/ 2147483647 h 910"/>
                <a:gd name="T34" fmla="*/ 2147483647 w 509"/>
                <a:gd name="T35" fmla="*/ 2147483647 h 910"/>
                <a:gd name="T36" fmla="*/ 2147483647 w 509"/>
                <a:gd name="T37" fmla="*/ 2147483647 h 910"/>
                <a:gd name="T38" fmla="*/ 2147483647 w 509"/>
                <a:gd name="T39" fmla="*/ 2147483647 h 910"/>
                <a:gd name="T40" fmla="*/ 2147483647 w 509"/>
                <a:gd name="T41" fmla="*/ 2147483647 h 910"/>
                <a:gd name="T42" fmla="*/ 2147483647 w 509"/>
                <a:gd name="T43" fmla="*/ 2147483647 h 910"/>
                <a:gd name="T44" fmla="*/ 2147483647 w 509"/>
                <a:gd name="T45" fmla="*/ 2147483647 h 910"/>
                <a:gd name="T46" fmla="*/ 2147483647 w 509"/>
                <a:gd name="T47" fmla="*/ 2147483647 h 9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09"/>
                <a:gd name="T73" fmla="*/ 0 h 910"/>
                <a:gd name="T74" fmla="*/ 509 w 509"/>
                <a:gd name="T75" fmla="*/ 910 h 9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09" h="910">
                  <a:moveTo>
                    <a:pt x="74" y="852"/>
                  </a:moveTo>
                  <a:lnTo>
                    <a:pt x="0" y="813"/>
                  </a:lnTo>
                  <a:lnTo>
                    <a:pt x="97" y="732"/>
                  </a:lnTo>
                  <a:lnTo>
                    <a:pt x="64" y="619"/>
                  </a:lnTo>
                  <a:lnTo>
                    <a:pt x="187" y="613"/>
                  </a:lnTo>
                  <a:lnTo>
                    <a:pt x="203" y="458"/>
                  </a:lnTo>
                  <a:lnTo>
                    <a:pt x="291" y="410"/>
                  </a:lnTo>
                  <a:lnTo>
                    <a:pt x="161" y="338"/>
                  </a:lnTo>
                  <a:lnTo>
                    <a:pt x="145" y="119"/>
                  </a:lnTo>
                  <a:lnTo>
                    <a:pt x="151" y="81"/>
                  </a:lnTo>
                  <a:lnTo>
                    <a:pt x="155" y="39"/>
                  </a:lnTo>
                  <a:lnTo>
                    <a:pt x="333" y="0"/>
                  </a:lnTo>
                  <a:lnTo>
                    <a:pt x="397" y="119"/>
                  </a:lnTo>
                  <a:lnTo>
                    <a:pt x="316" y="145"/>
                  </a:lnTo>
                  <a:lnTo>
                    <a:pt x="413" y="291"/>
                  </a:lnTo>
                  <a:lnTo>
                    <a:pt x="365" y="403"/>
                  </a:lnTo>
                  <a:lnTo>
                    <a:pt x="509" y="500"/>
                  </a:lnTo>
                  <a:lnTo>
                    <a:pt x="413" y="758"/>
                  </a:lnTo>
                  <a:lnTo>
                    <a:pt x="333" y="742"/>
                  </a:lnTo>
                  <a:lnTo>
                    <a:pt x="365" y="878"/>
                  </a:lnTo>
                  <a:lnTo>
                    <a:pt x="361" y="878"/>
                  </a:lnTo>
                  <a:lnTo>
                    <a:pt x="252" y="910"/>
                  </a:lnTo>
                  <a:lnTo>
                    <a:pt x="81" y="846"/>
                  </a:lnTo>
                  <a:lnTo>
                    <a:pt x="74" y="85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0" name="Freeform 51"/>
            <p:cNvSpPr>
              <a:spLocks noChangeAspect="1"/>
            </p:cNvSpPr>
            <p:nvPr/>
          </p:nvSpPr>
          <p:spPr bwMode="auto">
            <a:xfrm>
              <a:off x="2030413" y="4378325"/>
              <a:ext cx="234950" cy="371475"/>
            </a:xfrm>
            <a:custGeom>
              <a:avLst/>
              <a:gdLst>
                <a:gd name="T0" fmla="*/ 2147483647 w 590"/>
                <a:gd name="T1" fmla="*/ 2147483647 h 1059"/>
                <a:gd name="T2" fmla="*/ 2147483647 w 590"/>
                <a:gd name="T3" fmla="*/ 2147483647 h 1059"/>
                <a:gd name="T4" fmla="*/ 2147483647 w 590"/>
                <a:gd name="T5" fmla="*/ 0 h 1059"/>
                <a:gd name="T6" fmla="*/ 2147483647 w 590"/>
                <a:gd name="T7" fmla="*/ 2147483647 h 1059"/>
                <a:gd name="T8" fmla="*/ 2147483647 w 590"/>
                <a:gd name="T9" fmla="*/ 2147483647 h 1059"/>
                <a:gd name="T10" fmla="*/ 2147483647 w 590"/>
                <a:gd name="T11" fmla="*/ 2147483647 h 1059"/>
                <a:gd name="T12" fmla="*/ 2147483647 w 590"/>
                <a:gd name="T13" fmla="*/ 2147483647 h 1059"/>
                <a:gd name="T14" fmla="*/ 2147483647 w 590"/>
                <a:gd name="T15" fmla="*/ 2147483647 h 1059"/>
                <a:gd name="T16" fmla="*/ 2147483647 w 590"/>
                <a:gd name="T17" fmla="*/ 2147483647 h 1059"/>
                <a:gd name="T18" fmla="*/ 2147483647 w 590"/>
                <a:gd name="T19" fmla="*/ 2147483647 h 1059"/>
                <a:gd name="T20" fmla="*/ 2147483647 w 590"/>
                <a:gd name="T21" fmla="*/ 2147483647 h 1059"/>
                <a:gd name="T22" fmla="*/ 0 w 590"/>
                <a:gd name="T23" fmla="*/ 2147483647 h 1059"/>
                <a:gd name="T24" fmla="*/ 2147483647 w 590"/>
                <a:gd name="T25" fmla="*/ 2147483647 h 1059"/>
                <a:gd name="T26" fmla="*/ 2147483647 w 590"/>
                <a:gd name="T27" fmla="*/ 2147483647 h 1059"/>
                <a:gd name="T28" fmla="*/ 2147483647 w 590"/>
                <a:gd name="T29" fmla="*/ 2147483647 h 1059"/>
                <a:gd name="T30" fmla="*/ 2147483647 w 590"/>
                <a:gd name="T31" fmla="*/ 2147483647 h 1059"/>
                <a:gd name="T32" fmla="*/ 2147483647 w 590"/>
                <a:gd name="T33" fmla="*/ 2147483647 h 1059"/>
                <a:gd name="T34" fmla="*/ 2147483647 w 590"/>
                <a:gd name="T35" fmla="*/ 2147483647 h 1059"/>
                <a:gd name="T36" fmla="*/ 2147483647 w 590"/>
                <a:gd name="T37" fmla="*/ 2147483647 h 1059"/>
                <a:gd name="T38" fmla="*/ 2147483647 w 590"/>
                <a:gd name="T39" fmla="*/ 2147483647 h 1059"/>
                <a:gd name="T40" fmla="*/ 2147483647 w 590"/>
                <a:gd name="T41" fmla="*/ 2147483647 h 10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0"/>
                <a:gd name="T64" fmla="*/ 0 h 1059"/>
                <a:gd name="T65" fmla="*/ 590 w 590"/>
                <a:gd name="T66" fmla="*/ 1059 h 10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0" h="1059">
                  <a:moveTo>
                    <a:pt x="590" y="129"/>
                  </a:moveTo>
                  <a:lnTo>
                    <a:pt x="548" y="23"/>
                  </a:lnTo>
                  <a:lnTo>
                    <a:pt x="464" y="0"/>
                  </a:lnTo>
                  <a:lnTo>
                    <a:pt x="290" y="40"/>
                  </a:lnTo>
                  <a:lnTo>
                    <a:pt x="267" y="140"/>
                  </a:lnTo>
                  <a:lnTo>
                    <a:pt x="313" y="233"/>
                  </a:lnTo>
                  <a:lnTo>
                    <a:pt x="387" y="265"/>
                  </a:lnTo>
                  <a:lnTo>
                    <a:pt x="377" y="346"/>
                  </a:lnTo>
                  <a:lnTo>
                    <a:pt x="280" y="379"/>
                  </a:lnTo>
                  <a:lnTo>
                    <a:pt x="258" y="468"/>
                  </a:lnTo>
                  <a:lnTo>
                    <a:pt x="78" y="513"/>
                  </a:lnTo>
                  <a:lnTo>
                    <a:pt x="0" y="581"/>
                  </a:lnTo>
                  <a:lnTo>
                    <a:pt x="97" y="765"/>
                  </a:lnTo>
                  <a:lnTo>
                    <a:pt x="129" y="824"/>
                  </a:lnTo>
                  <a:lnTo>
                    <a:pt x="129" y="1034"/>
                  </a:lnTo>
                  <a:lnTo>
                    <a:pt x="364" y="1059"/>
                  </a:lnTo>
                  <a:lnTo>
                    <a:pt x="426" y="589"/>
                  </a:lnTo>
                  <a:lnTo>
                    <a:pt x="587" y="379"/>
                  </a:lnTo>
                  <a:lnTo>
                    <a:pt x="522" y="330"/>
                  </a:lnTo>
                  <a:lnTo>
                    <a:pt x="548" y="152"/>
                  </a:lnTo>
                  <a:lnTo>
                    <a:pt x="590" y="129"/>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1" name="Freeform 52"/>
            <p:cNvSpPr>
              <a:spLocks noChangeAspect="1"/>
            </p:cNvSpPr>
            <p:nvPr/>
          </p:nvSpPr>
          <p:spPr bwMode="auto">
            <a:xfrm>
              <a:off x="1701800" y="3921125"/>
              <a:ext cx="304800" cy="354013"/>
            </a:xfrm>
            <a:custGeom>
              <a:avLst/>
              <a:gdLst>
                <a:gd name="T0" fmla="*/ 2147483647 w 765"/>
                <a:gd name="T1" fmla="*/ 2147483647 h 1013"/>
                <a:gd name="T2" fmla="*/ 2147483647 w 765"/>
                <a:gd name="T3" fmla="*/ 2147483647 h 1013"/>
                <a:gd name="T4" fmla="*/ 2147483647 w 765"/>
                <a:gd name="T5" fmla="*/ 2147483647 h 1013"/>
                <a:gd name="T6" fmla="*/ 2147483647 w 765"/>
                <a:gd name="T7" fmla="*/ 2147483647 h 1013"/>
                <a:gd name="T8" fmla="*/ 2147483647 w 765"/>
                <a:gd name="T9" fmla="*/ 2147483647 h 1013"/>
                <a:gd name="T10" fmla="*/ 2147483647 w 765"/>
                <a:gd name="T11" fmla="*/ 2147483647 h 1013"/>
                <a:gd name="T12" fmla="*/ 2147483647 w 765"/>
                <a:gd name="T13" fmla="*/ 2147483647 h 1013"/>
                <a:gd name="T14" fmla="*/ 2147483647 w 765"/>
                <a:gd name="T15" fmla="*/ 2147483647 h 1013"/>
                <a:gd name="T16" fmla="*/ 2147483647 w 765"/>
                <a:gd name="T17" fmla="*/ 0 h 1013"/>
                <a:gd name="T18" fmla="*/ 2147483647 w 765"/>
                <a:gd name="T19" fmla="*/ 2147483647 h 1013"/>
                <a:gd name="T20" fmla="*/ 2147483647 w 765"/>
                <a:gd name="T21" fmla="*/ 2147483647 h 1013"/>
                <a:gd name="T22" fmla="*/ 2147483647 w 765"/>
                <a:gd name="T23" fmla="*/ 2147483647 h 1013"/>
                <a:gd name="T24" fmla="*/ 2147483647 w 765"/>
                <a:gd name="T25" fmla="*/ 2147483647 h 1013"/>
                <a:gd name="T26" fmla="*/ 0 w 765"/>
                <a:gd name="T27" fmla="*/ 2147483647 h 1013"/>
                <a:gd name="T28" fmla="*/ 2147483647 w 765"/>
                <a:gd name="T29" fmla="*/ 2147483647 h 1013"/>
                <a:gd name="T30" fmla="*/ 2147483647 w 765"/>
                <a:gd name="T31" fmla="*/ 2147483647 h 1013"/>
                <a:gd name="T32" fmla="*/ 2147483647 w 765"/>
                <a:gd name="T33" fmla="*/ 2147483647 h 1013"/>
                <a:gd name="T34" fmla="*/ 2147483647 w 765"/>
                <a:gd name="T35" fmla="*/ 2147483647 h 1013"/>
                <a:gd name="T36" fmla="*/ 2147483647 w 765"/>
                <a:gd name="T37" fmla="*/ 2147483647 h 1013"/>
                <a:gd name="T38" fmla="*/ 2147483647 w 765"/>
                <a:gd name="T39" fmla="*/ 2147483647 h 1013"/>
                <a:gd name="T40" fmla="*/ 2147483647 w 765"/>
                <a:gd name="T41" fmla="*/ 2147483647 h 1013"/>
                <a:gd name="T42" fmla="*/ 2147483647 w 765"/>
                <a:gd name="T43" fmla="*/ 2147483647 h 1013"/>
                <a:gd name="T44" fmla="*/ 2147483647 w 765"/>
                <a:gd name="T45" fmla="*/ 2147483647 h 1013"/>
                <a:gd name="T46" fmla="*/ 2147483647 w 765"/>
                <a:gd name="T47" fmla="*/ 2147483647 h 1013"/>
                <a:gd name="T48" fmla="*/ 2147483647 w 765"/>
                <a:gd name="T49" fmla="*/ 2147483647 h 1013"/>
                <a:gd name="T50" fmla="*/ 2147483647 w 765"/>
                <a:gd name="T51" fmla="*/ 2147483647 h 10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65"/>
                <a:gd name="T79" fmla="*/ 0 h 1013"/>
                <a:gd name="T80" fmla="*/ 765 w 765"/>
                <a:gd name="T81" fmla="*/ 1013 h 10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65" h="1013">
                  <a:moveTo>
                    <a:pt x="748" y="574"/>
                  </a:moveTo>
                  <a:lnTo>
                    <a:pt x="765" y="435"/>
                  </a:lnTo>
                  <a:lnTo>
                    <a:pt x="651" y="371"/>
                  </a:lnTo>
                  <a:lnTo>
                    <a:pt x="668" y="280"/>
                  </a:lnTo>
                  <a:lnTo>
                    <a:pt x="732" y="248"/>
                  </a:lnTo>
                  <a:lnTo>
                    <a:pt x="716" y="161"/>
                  </a:lnTo>
                  <a:lnTo>
                    <a:pt x="564" y="161"/>
                  </a:lnTo>
                  <a:lnTo>
                    <a:pt x="549" y="26"/>
                  </a:lnTo>
                  <a:lnTo>
                    <a:pt x="339" y="0"/>
                  </a:lnTo>
                  <a:lnTo>
                    <a:pt x="388" y="161"/>
                  </a:lnTo>
                  <a:lnTo>
                    <a:pt x="193" y="161"/>
                  </a:lnTo>
                  <a:lnTo>
                    <a:pt x="161" y="210"/>
                  </a:lnTo>
                  <a:lnTo>
                    <a:pt x="32" y="129"/>
                  </a:lnTo>
                  <a:lnTo>
                    <a:pt x="0" y="242"/>
                  </a:lnTo>
                  <a:lnTo>
                    <a:pt x="125" y="920"/>
                  </a:lnTo>
                  <a:lnTo>
                    <a:pt x="129" y="920"/>
                  </a:lnTo>
                  <a:lnTo>
                    <a:pt x="193" y="903"/>
                  </a:lnTo>
                  <a:lnTo>
                    <a:pt x="301" y="1013"/>
                  </a:lnTo>
                  <a:lnTo>
                    <a:pt x="403" y="920"/>
                  </a:lnTo>
                  <a:lnTo>
                    <a:pt x="507" y="968"/>
                  </a:lnTo>
                  <a:lnTo>
                    <a:pt x="564" y="952"/>
                  </a:lnTo>
                  <a:lnTo>
                    <a:pt x="571" y="952"/>
                  </a:lnTo>
                  <a:lnTo>
                    <a:pt x="564" y="846"/>
                  </a:lnTo>
                  <a:lnTo>
                    <a:pt x="668" y="814"/>
                  </a:lnTo>
                  <a:lnTo>
                    <a:pt x="613" y="668"/>
                  </a:lnTo>
                  <a:lnTo>
                    <a:pt x="748" y="57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2" name="Freeform 53"/>
            <p:cNvSpPr>
              <a:spLocks noChangeAspect="1"/>
            </p:cNvSpPr>
            <p:nvPr/>
          </p:nvSpPr>
          <p:spPr bwMode="auto">
            <a:xfrm>
              <a:off x="1795463" y="4062413"/>
              <a:ext cx="90487" cy="176212"/>
            </a:xfrm>
            <a:custGeom>
              <a:avLst/>
              <a:gdLst>
                <a:gd name="T0" fmla="*/ 2147483647 w 216"/>
                <a:gd name="T1" fmla="*/ 2147483647 h 501"/>
                <a:gd name="T2" fmla="*/ 2147483647 w 216"/>
                <a:gd name="T3" fmla="*/ 2147483647 h 501"/>
                <a:gd name="T4" fmla="*/ 2147483647 w 216"/>
                <a:gd name="T5" fmla="*/ 2147483647 h 501"/>
                <a:gd name="T6" fmla="*/ 2147483647 w 216"/>
                <a:gd name="T7" fmla="*/ 0 h 501"/>
                <a:gd name="T8" fmla="*/ 2147483647 w 216"/>
                <a:gd name="T9" fmla="*/ 2147483647 h 501"/>
                <a:gd name="T10" fmla="*/ 2147483647 w 216"/>
                <a:gd name="T11" fmla="*/ 2147483647 h 501"/>
                <a:gd name="T12" fmla="*/ 2147483647 w 216"/>
                <a:gd name="T13" fmla="*/ 2147483647 h 501"/>
                <a:gd name="T14" fmla="*/ 2147483647 w 216"/>
                <a:gd name="T15" fmla="*/ 2147483647 h 501"/>
                <a:gd name="T16" fmla="*/ 2147483647 w 216"/>
                <a:gd name="T17" fmla="*/ 2147483647 h 501"/>
                <a:gd name="T18" fmla="*/ 2147483647 w 216"/>
                <a:gd name="T19" fmla="*/ 2147483647 h 501"/>
                <a:gd name="T20" fmla="*/ 0 w 216"/>
                <a:gd name="T21" fmla="*/ 2147483647 h 501"/>
                <a:gd name="T22" fmla="*/ 2147483647 w 216"/>
                <a:gd name="T23" fmla="*/ 2147483647 h 5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
                <a:gd name="T37" fmla="*/ 0 h 501"/>
                <a:gd name="T38" fmla="*/ 216 w 216"/>
                <a:gd name="T39" fmla="*/ 501 h 5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 h="501">
                  <a:moveTo>
                    <a:pt x="87" y="259"/>
                  </a:moveTo>
                  <a:lnTo>
                    <a:pt x="103" y="178"/>
                  </a:lnTo>
                  <a:lnTo>
                    <a:pt x="6" y="114"/>
                  </a:lnTo>
                  <a:lnTo>
                    <a:pt x="6" y="0"/>
                  </a:lnTo>
                  <a:lnTo>
                    <a:pt x="119" y="98"/>
                  </a:lnTo>
                  <a:lnTo>
                    <a:pt x="201" y="162"/>
                  </a:lnTo>
                  <a:lnTo>
                    <a:pt x="216" y="350"/>
                  </a:lnTo>
                  <a:lnTo>
                    <a:pt x="146" y="318"/>
                  </a:lnTo>
                  <a:lnTo>
                    <a:pt x="103" y="430"/>
                  </a:lnTo>
                  <a:lnTo>
                    <a:pt x="48" y="501"/>
                  </a:lnTo>
                  <a:lnTo>
                    <a:pt x="0" y="388"/>
                  </a:lnTo>
                  <a:lnTo>
                    <a:pt x="87" y="259"/>
                  </a:lnTo>
                  <a:close/>
                </a:path>
              </a:pathLst>
            </a:custGeom>
            <a:solidFill>
              <a:srgbClr val="628711"/>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3" name="Freeform 54"/>
            <p:cNvSpPr>
              <a:spLocks noChangeAspect="1"/>
            </p:cNvSpPr>
            <p:nvPr/>
          </p:nvSpPr>
          <p:spPr bwMode="auto">
            <a:xfrm>
              <a:off x="2608263" y="3535363"/>
              <a:ext cx="247650" cy="169862"/>
            </a:xfrm>
            <a:custGeom>
              <a:avLst/>
              <a:gdLst>
                <a:gd name="T0" fmla="*/ 2147483647 w 619"/>
                <a:gd name="T1" fmla="*/ 2147483647 h 487"/>
                <a:gd name="T2" fmla="*/ 2147483647 w 619"/>
                <a:gd name="T3" fmla="*/ 2147483647 h 487"/>
                <a:gd name="T4" fmla="*/ 2147483647 w 619"/>
                <a:gd name="T5" fmla="*/ 2147483647 h 487"/>
                <a:gd name="T6" fmla="*/ 2147483647 w 619"/>
                <a:gd name="T7" fmla="*/ 2147483647 h 487"/>
                <a:gd name="T8" fmla="*/ 2147483647 w 619"/>
                <a:gd name="T9" fmla="*/ 2147483647 h 487"/>
                <a:gd name="T10" fmla="*/ 2147483647 w 619"/>
                <a:gd name="T11" fmla="*/ 2147483647 h 487"/>
                <a:gd name="T12" fmla="*/ 2147483647 w 619"/>
                <a:gd name="T13" fmla="*/ 2147483647 h 487"/>
                <a:gd name="T14" fmla="*/ 0 w 619"/>
                <a:gd name="T15" fmla="*/ 2147483647 h 487"/>
                <a:gd name="T16" fmla="*/ 2147483647 w 619"/>
                <a:gd name="T17" fmla="*/ 0 h 487"/>
                <a:gd name="T18" fmla="*/ 2147483647 w 619"/>
                <a:gd name="T19" fmla="*/ 2147483647 h 487"/>
                <a:gd name="T20" fmla="*/ 2147483647 w 619"/>
                <a:gd name="T21" fmla="*/ 2147483647 h 487"/>
                <a:gd name="T22" fmla="*/ 2147483647 w 619"/>
                <a:gd name="T23" fmla="*/ 2147483647 h 487"/>
                <a:gd name="T24" fmla="*/ 2147483647 w 619"/>
                <a:gd name="T25" fmla="*/ 2147483647 h 487"/>
                <a:gd name="T26" fmla="*/ 2147483647 w 619"/>
                <a:gd name="T27" fmla="*/ 2147483647 h 487"/>
                <a:gd name="T28" fmla="*/ 2147483647 w 619"/>
                <a:gd name="T29" fmla="*/ 2147483647 h 487"/>
                <a:gd name="T30" fmla="*/ 2147483647 w 619"/>
                <a:gd name="T31" fmla="*/ 2147483647 h 487"/>
                <a:gd name="T32" fmla="*/ 2147483647 w 619"/>
                <a:gd name="T33" fmla="*/ 2147483647 h 4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19"/>
                <a:gd name="T52" fmla="*/ 0 h 487"/>
                <a:gd name="T53" fmla="*/ 619 w 619"/>
                <a:gd name="T54" fmla="*/ 487 h 4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19" h="487">
                  <a:moveTo>
                    <a:pt x="532" y="487"/>
                  </a:moveTo>
                  <a:lnTo>
                    <a:pt x="426" y="477"/>
                  </a:lnTo>
                  <a:lnTo>
                    <a:pt x="290" y="380"/>
                  </a:lnTo>
                  <a:lnTo>
                    <a:pt x="193" y="396"/>
                  </a:lnTo>
                  <a:lnTo>
                    <a:pt x="208" y="284"/>
                  </a:lnTo>
                  <a:lnTo>
                    <a:pt x="119" y="203"/>
                  </a:lnTo>
                  <a:lnTo>
                    <a:pt x="15" y="219"/>
                  </a:lnTo>
                  <a:lnTo>
                    <a:pt x="0" y="132"/>
                  </a:lnTo>
                  <a:lnTo>
                    <a:pt x="151" y="0"/>
                  </a:lnTo>
                  <a:lnTo>
                    <a:pt x="263" y="83"/>
                  </a:lnTo>
                  <a:lnTo>
                    <a:pt x="306" y="203"/>
                  </a:lnTo>
                  <a:lnTo>
                    <a:pt x="393" y="277"/>
                  </a:lnTo>
                  <a:lnTo>
                    <a:pt x="532" y="212"/>
                  </a:lnTo>
                  <a:lnTo>
                    <a:pt x="619" y="267"/>
                  </a:lnTo>
                  <a:lnTo>
                    <a:pt x="602" y="413"/>
                  </a:lnTo>
                  <a:lnTo>
                    <a:pt x="615" y="416"/>
                  </a:lnTo>
                  <a:lnTo>
                    <a:pt x="532" y="48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4" name="Freeform 55"/>
            <p:cNvSpPr>
              <a:spLocks noChangeAspect="1"/>
            </p:cNvSpPr>
            <p:nvPr/>
          </p:nvSpPr>
          <p:spPr bwMode="auto">
            <a:xfrm>
              <a:off x="2552700" y="3579813"/>
              <a:ext cx="233363" cy="260350"/>
            </a:xfrm>
            <a:custGeom>
              <a:avLst/>
              <a:gdLst>
                <a:gd name="T0" fmla="*/ 2147483647 w 591"/>
                <a:gd name="T1" fmla="*/ 2147483647 h 742"/>
                <a:gd name="T2" fmla="*/ 2147483647 w 591"/>
                <a:gd name="T3" fmla="*/ 2147483647 h 742"/>
                <a:gd name="T4" fmla="*/ 2147483647 w 591"/>
                <a:gd name="T5" fmla="*/ 2147483647 h 742"/>
                <a:gd name="T6" fmla="*/ 2147483647 w 591"/>
                <a:gd name="T7" fmla="*/ 2147483647 h 742"/>
                <a:gd name="T8" fmla="*/ 2147483647 w 591"/>
                <a:gd name="T9" fmla="*/ 2147483647 h 742"/>
                <a:gd name="T10" fmla="*/ 2147483647 w 591"/>
                <a:gd name="T11" fmla="*/ 2147483647 h 742"/>
                <a:gd name="T12" fmla="*/ 2147483647 w 591"/>
                <a:gd name="T13" fmla="*/ 0 h 742"/>
                <a:gd name="T14" fmla="*/ 2147483647 w 591"/>
                <a:gd name="T15" fmla="*/ 2147483647 h 742"/>
                <a:gd name="T16" fmla="*/ 0 w 591"/>
                <a:gd name="T17" fmla="*/ 2147483647 h 742"/>
                <a:gd name="T18" fmla="*/ 2147483647 w 591"/>
                <a:gd name="T19" fmla="*/ 2147483647 h 742"/>
                <a:gd name="T20" fmla="*/ 2147483647 w 591"/>
                <a:gd name="T21" fmla="*/ 2147483647 h 742"/>
                <a:gd name="T22" fmla="*/ 2147483647 w 591"/>
                <a:gd name="T23" fmla="*/ 2147483647 h 742"/>
                <a:gd name="T24" fmla="*/ 2147483647 w 591"/>
                <a:gd name="T25" fmla="*/ 2147483647 h 742"/>
                <a:gd name="T26" fmla="*/ 2147483647 w 591"/>
                <a:gd name="T27" fmla="*/ 2147483647 h 742"/>
                <a:gd name="T28" fmla="*/ 2147483647 w 591"/>
                <a:gd name="T29" fmla="*/ 2147483647 h 742"/>
                <a:gd name="T30" fmla="*/ 2147483647 w 591"/>
                <a:gd name="T31" fmla="*/ 2147483647 h 742"/>
                <a:gd name="T32" fmla="*/ 2147483647 w 591"/>
                <a:gd name="T33" fmla="*/ 2147483647 h 742"/>
                <a:gd name="T34" fmla="*/ 2147483647 w 591"/>
                <a:gd name="T35" fmla="*/ 2147483647 h 7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91"/>
                <a:gd name="T55" fmla="*/ 0 h 742"/>
                <a:gd name="T56" fmla="*/ 591 w 591"/>
                <a:gd name="T57" fmla="*/ 742 h 7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91" h="742">
                  <a:moveTo>
                    <a:pt x="566" y="345"/>
                  </a:moveTo>
                  <a:lnTo>
                    <a:pt x="430" y="248"/>
                  </a:lnTo>
                  <a:lnTo>
                    <a:pt x="333" y="264"/>
                  </a:lnTo>
                  <a:lnTo>
                    <a:pt x="348" y="152"/>
                  </a:lnTo>
                  <a:lnTo>
                    <a:pt x="259" y="71"/>
                  </a:lnTo>
                  <a:lnTo>
                    <a:pt x="155" y="87"/>
                  </a:lnTo>
                  <a:lnTo>
                    <a:pt x="140" y="0"/>
                  </a:lnTo>
                  <a:lnTo>
                    <a:pt x="130" y="16"/>
                  </a:lnTo>
                  <a:lnTo>
                    <a:pt x="0" y="410"/>
                  </a:lnTo>
                  <a:lnTo>
                    <a:pt x="107" y="523"/>
                  </a:lnTo>
                  <a:lnTo>
                    <a:pt x="187" y="523"/>
                  </a:lnTo>
                  <a:lnTo>
                    <a:pt x="301" y="661"/>
                  </a:lnTo>
                  <a:lnTo>
                    <a:pt x="397" y="661"/>
                  </a:lnTo>
                  <a:lnTo>
                    <a:pt x="484" y="742"/>
                  </a:lnTo>
                  <a:lnTo>
                    <a:pt x="566" y="603"/>
                  </a:lnTo>
                  <a:lnTo>
                    <a:pt x="543" y="500"/>
                  </a:lnTo>
                  <a:lnTo>
                    <a:pt x="591" y="442"/>
                  </a:lnTo>
                  <a:lnTo>
                    <a:pt x="566" y="34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5" name="Freeform 56"/>
            <p:cNvSpPr>
              <a:spLocks noChangeAspect="1"/>
            </p:cNvSpPr>
            <p:nvPr/>
          </p:nvSpPr>
          <p:spPr bwMode="auto">
            <a:xfrm>
              <a:off x="2419350" y="3417888"/>
              <a:ext cx="250825" cy="168275"/>
            </a:xfrm>
            <a:custGeom>
              <a:avLst/>
              <a:gdLst>
                <a:gd name="T0" fmla="*/ 2147483647 w 626"/>
                <a:gd name="T1" fmla="*/ 2147483647 h 483"/>
                <a:gd name="T2" fmla="*/ 2147483647 w 626"/>
                <a:gd name="T3" fmla="*/ 2147483647 h 483"/>
                <a:gd name="T4" fmla="*/ 2147483647 w 626"/>
                <a:gd name="T5" fmla="*/ 2147483647 h 483"/>
                <a:gd name="T6" fmla="*/ 2147483647 w 626"/>
                <a:gd name="T7" fmla="*/ 2147483647 h 483"/>
                <a:gd name="T8" fmla="*/ 2147483647 w 626"/>
                <a:gd name="T9" fmla="*/ 2147483647 h 483"/>
                <a:gd name="T10" fmla="*/ 2147483647 w 626"/>
                <a:gd name="T11" fmla="*/ 2147483647 h 483"/>
                <a:gd name="T12" fmla="*/ 2147483647 w 626"/>
                <a:gd name="T13" fmla="*/ 2147483647 h 483"/>
                <a:gd name="T14" fmla="*/ 2147483647 w 626"/>
                <a:gd name="T15" fmla="*/ 2147483647 h 483"/>
                <a:gd name="T16" fmla="*/ 2147483647 w 626"/>
                <a:gd name="T17" fmla="*/ 2147483647 h 483"/>
                <a:gd name="T18" fmla="*/ 2147483647 w 626"/>
                <a:gd name="T19" fmla="*/ 2147483647 h 483"/>
                <a:gd name="T20" fmla="*/ 0 w 626"/>
                <a:gd name="T21" fmla="*/ 2147483647 h 483"/>
                <a:gd name="T22" fmla="*/ 2147483647 w 626"/>
                <a:gd name="T23" fmla="*/ 2147483647 h 483"/>
                <a:gd name="T24" fmla="*/ 2147483647 w 626"/>
                <a:gd name="T25" fmla="*/ 2147483647 h 483"/>
                <a:gd name="T26" fmla="*/ 2147483647 w 626"/>
                <a:gd name="T27" fmla="*/ 0 h 483"/>
                <a:gd name="T28" fmla="*/ 2147483647 w 626"/>
                <a:gd name="T29" fmla="*/ 2147483647 h 483"/>
                <a:gd name="T30" fmla="*/ 2147483647 w 626"/>
                <a:gd name="T31" fmla="*/ 2147483647 h 4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26"/>
                <a:gd name="T49" fmla="*/ 0 h 483"/>
                <a:gd name="T50" fmla="*/ 626 w 626"/>
                <a:gd name="T51" fmla="*/ 483 h 4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26" h="483">
                  <a:moveTo>
                    <a:pt x="617" y="164"/>
                  </a:moveTo>
                  <a:lnTo>
                    <a:pt x="626" y="335"/>
                  </a:lnTo>
                  <a:lnTo>
                    <a:pt x="475" y="467"/>
                  </a:lnTo>
                  <a:lnTo>
                    <a:pt x="465" y="483"/>
                  </a:lnTo>
                  <a:lnTo>
                    <a:pt x="335" y="451"/>
                  </a:lnTo>
                  <a:lnTo>
                    <a:pt x="265" y="473"/>
                  </a:lnTo>
                  <a:lnTo>
                    <a:pt x="216" y="418"/>
                  </a:lnTo>
                  <a:lnTo>
                    <a:pt x="49" y="383"/>
                  </a:lnTo>
                  <a:lnTo>
                    <a:pt x="104" y="312"/>
                  </a:lnTo>
                  <a:lnTo>
                    <a:pt x="13" y="280"/>
                  </a:lnTo>
                  <a:lnTo>
                    <a:pt x="0" y="208"/>
                  </a:lnTo>
                  <a:lnTo>
                    <a:pt x="39" y="134"/>
                  </a:lnTo>
                  <a:lnTo>
                    <a:pt x="126" y="6"/>
                  </a:lnTo>
                  <a:lnTo>
                    <a:pt x="439" y="0"/>
                  </a:lnTo>
                  <a:lnTo>
                    <a:pt x="609" y="142"/>
                  </a:lnTo>
                  <a:lnTo>
                    <a:pt x="617" y="16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6" name="Freeform 57"/>
            <p:cNvSpPr>
              <a:spLocks noChangeAspect="1"/>
            </p:cNvSpPr>
            <p:nvPr/>
          </p:nvSpPr>
          <p:spPr bwMode="auto">
            <a:xfrm>
              <a:off x="2662238" y="3373438"/>
              <a:ext cx="446087" cy="257175"/>
            </a:xfrm>
            <a:custGeom>
              <a:avLst/>
              <a:gdLst>
                <a:gd name="T0" fmla="*/ 2147483647 w 1115"/>
                <a:gd name="T1" fmla="*/ 2147483647 h 735"/>
                <a:gd name="T2" fmla="*/ 2147483647 w 1115"/>
                <a:gd name="T3" fmla="*/ 2147483647 h 735"/>
                <a:gd name="T4" fmla="*/ 2147483647 w 1115"/>
                <a:gd name="T5" fmla="*/ 2147483647 h 735"/>
                <a:gd name="T6" fmla="*/ 2147483647 w 1115"/>
                <a:gd name="T7" fmla="*/ 2147483647 h 735"/>
                <a:gd name="T8" fmla="*/ 2147483647 w 1115"/>
                <a:gd name="T9" fmla="*/ 2147483647 h 735"/>
                <a:gd name="T10" fmla="*/ 2147483647 w 1115"/>
                <a:gd name="T11" fmla="*/ 2147483647 h 735"/>
                <a:gd name="T12" fmla="*/ 2147483647 w 1115"/>
                <a:gd name="T13" fmla="*/ 2147483647 h 735"/>
                <a:gd name="T14" fmla="*/ 2147483647 w 1115"/>
                <a:gd name="T15" fmla="*/ 2147483647 h 735"/>
                <a:gd name="T16" fmla="*/ 0 w 1115"/>
                <a:gd name="T17" fmla="*/ 2147483647 h 735"/>
                <a:gd name="T18" fmla="*/ 2147483647 w 1115"/>
                <a:gd name="T19" fmla="*/ 2147483647 h 735"/>
                <a:gd name="T20" fmla="*/ 2147483647 w 1115"/>
                <a:gd name="T21" fmla="*/ 2147483647 h 735"/>
                <a:gd name="T22" fmla="*/ 2147483647 w 1115"/>
                <a:gd name="T23" fmla="*/ 2147483647 h 735"/>
                <a:gd name="T24" fmla="*/ 2147483647 w 1115"/>
                <a:gd name="T25" fmla="*/ 2147483647 h 735"/>
                <a:gd name="T26" fmla="*/ 2147483647 w 1115"/>
                <a:gd name="T27" fmla="*/ 2147483647 h 735"/>
                <a:gd name="T28" fmla="*/ 2147483647 w 1115"/>
                <a:gd name="T29" fmla="*/ 2147483647 h 735"/>
                <a:gd name="T30" fmla="*/ 2147483647 w 1115"/>
                <a:gd name="T31" fmla="*/ 0 h 735"/>
                <a:gd name="T32" fmla="*/ 2147483647 w 1115"/>
                <a:gd name="T33" fmla="*/ 2147483647 h 735"/>
                <a:gd name="T34" fmla="*/ 2147483647 w 1115"/>
                <a:gd name="T35" fmla="*/ 2147483647 h 735"/>
                <a:gd name="T36" fmla="*/ 2147483647 w 1115"/>
                <a:gd name="T37" fmla="*/ 2147483647 h 735"/>
                <a:gd name="T38" fmla="*/ 2147483647 w 1115"/>
                <a:gd name="T39" fmla="*/ 2147483647 h 735"/>
                <a:gd name="T40" fmla="*/ 2147483647 w 1115"/>
                <a:gd name="T41" fmla="*/ 2147483647 h 735"/>
                <a:gd name="T42" fmla="*/ 2147483647 w 1115"/>
                <a:gd name="T43" fmla="*/ 2147483647 h 735"/>
                <a:gd name="T44" fmla="*/ 2147483647 w 1115"/>
                <a:gd name="T45" fmla="*/ 2147483647 h 735"/>
                <a:gd name="T46" fmla="*/ 2147483647 w 1115"/>
                <a:gd name="T47" fmla="*/ 2147483647 h 735"/>
                <a:gd name="T48" fmla="*/ 2147483647 w 1115"/>
                <a:gd name="T49" fmla="*/ 2147483647 h 735"/>
                <a:gd name="T50" fmla="*/ 2147483647 w 1115"/>
                <a:gd name="T51" fmla="*/ 2147483647 h 7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15"/>
                <a:gd name="T79" fmla="*/ 0 h 735"/>
                <a:gd name="T80" fmla="*/ 1115 w 1115"/>
                <a:gd name="T81" fmla="*/ 735 h 7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15" h="735">
                  <a:moveTo>
                    <a:pt x="567" y="574"/>
                  </a:moveTo>
                  <a:lnTo>
                    <a:pt x="567" y="651"/>
                  </a:lnTo>
                  <a:lnTo>
                    <a:pt x="477" y="725"/>
                  </a:lnTo>
                  <a:lnTo>
                    <a:pt x="390" y="670"/>
                  </a:lnTo>
                  <a:lnTo>
                    <a:pt x="251" y="735"/>
                  </a:lnTo>
                  <a:lnTo>
                    <a:pt x="164" y="661"/>
                  </a:lnTo>
                  <a:lnTo>
                    <a:pt x="121" y="541"/>
                  </a:lnTo>
                  <a:lnTo>
                    <a:pt x="9" y="458"/>
                  </a:lnTo>
                  <a:lnTo>
                    <a:pt x="0" y="287"/>
                  </a:lnTo>
                  <a:lnTo>
                    <a:pt x="244" y="193"/>
                  </a:lnTo>
                  <a:lnTo>
                    <a:pt x="331" y="155"/>
                  </a:lnTo>
                  <a:lnTo>
                    <a:pt x="348" y="80"/>
                  </a:lnTo>
                  <a:lnTo>
                    <a:pt x="503" y="123"/>
                  </a:lnTo>
                  <a:lnTo>
                    <a:pt x="551" y="6"/>
                  </a:lnTo>
                  <a:lnTo>
                    <a:pt x="664" y="47"/>
                  </a:lnTo>
                  <a:lnTo>
                    <a:pt x="799" y="0"/>
                  </a:lnTo>
                  <a:lnTo>
                    <a:pt x="922" y="70"/>
                  </a:lnTo>
                  <a:lnTo>
                    <a:pt x="1018" y="74"/>
                  </a:lnTo>
                  <a:lnTo>
                    <a:pt x="1115" y="199"/>
                  </a:lnTo>
                  <a:lnTo>
                    <a:pt x="1051" y="284"/>
                  </a:lnTo>
                  <a:lnTo>
                    <a:pt x="912" y="257"/>
                  </a:lnTo>
                  <a:lnTo>
                    <a:pt x="867" y="364"/>
                  </a:lnTo>
                  <a:lnTo>
                    <a:pt x="761" y="322"/>
                  </a:lnTo>
                  <a:lnTo>
                    <a:pt x="654" y="386"/>
                  </a:lnTo>
                  <a:lnTo>
                    <a:pt x="654" y="541"/>
                  </a:lnTo>
                  <a:lnTo>
                    <a:pt x="567" y="57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7" name="Freeform 58"/>
            <p:cNvSpPr>
              <a:spLocks noChangeAspect="1"/>
            </p:cNvSpPr>
            <p:nvPr/>
          </p:nvSpPr>
          <p:spPr bwMode="auto">
            <a:xfrm>
              <a:off x="2757488" y="3187700"/>
              <a:ext cx="430212" cy="212725"/>
            </a:xfrm>
            <a:custGeom>
              <a:avLst/>
              <a:gdLst>
                <a:gd name="T0" fmla="*/ 2147483647 w 1074"/>
                <a:gd name="T1" fmla="*/ 2147483647 h 606"/>
                <a:gd name="T2" fmla="*/ 2147483647 w 1074"/>
                <a:gd name="T3" fmla="*/ 2147483647 h 606"/>
                <a:gd name="T4" fmla="*/ 2147483647 w 1074"/>
                <a:gd name="T5" fmla="*/ 2147483647 h 606"/>
                <a:gd name="T6" fmla="*/ 2147483647 w 1074"/>
                <a:gd name="T7" fmla="*/ 2147483647 h 606"/>
                <a:gd name="T8" fmla="*/ 0 w 1074"/>
                <a:gd name="T9" fmla="*/ 2147483647 h 606"/>
                <a:gd name="T10" fmla="*/ 2147483647 w 1074"/>
                <a:gd name="T11" fmla="*/ 2147483647 h 606"/>
                <a:gd name="T12" fmla="*/ 2147483647 w 1074"/>
                <a:gd name="T13" fmla="*/ 0 h 606"/>
                <a:gd name="T14" fmla="*/ 2147483647 w 1074"/>
                <a:gd name="T15" fmla="*/ 2147483647 h 606"/>
                <a:gd name="T16" fmla="*/ 2147483647 w 1074"/>
                <a:gd name="T17" fmla="*/ 2147483647 h 606"/>
                <a:gd name="T18" fmla="*/ 2147483647 w 1074"/>
                <a:gd name="T19" fmla="*/ 2147483647 h 606"/>
                <a:gd name="T20" fmla="*/ 2147483647 w 1074"/>
                <a:gd name="T21" fmla="*/ 2147483647 h 606"/>
                <a:gd name="T22" fmla="*/ 2147483647 w 1074"/>
                <a:gd name="T23" fmla="*/ 2147483647 h 606"/>
                <a:gd name="T24" fmla="*/ 2147483647 w 1074"/>
                <a:gd name="T25" fmla="*/ 2147483647 h 606"/>
                <a:gd name="T26" fmla="*/ 2147483647 w 1074"/>
                <a:gd name="T27" fmla="*/ 2147483647 h 606"/>
                <a:gd name="T28" fmla="*/ 2147483647 w 1074"/>
                <a:gd name="T29" fmla="*/ 2147483647 h 606"/>
                <a:gd name="T30" fmla="*/ 2147483647 w 1074"/>
                <a:gd name="T31" fmla="*/ 2147483647 h 6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74"/>
                <a:gd name="T49" fmla="*/ 0 h 606"/>
                <a:gd name="T50" fmla="*/ 1074 w 1074"/>
                <a:gd name="T51" fmla="*/ 606 h 6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74" h="606">
                  <a:moveTo>
                    <a:pt x="316" y="538"/>
                  </a:moveTo>
                  <a:lnTo>
                    <a:pt x="268" y="418"/>
                  </a:lnTo>
                  <a:lnTo>
                    <a:pt x="155" y="306"/>
                  </a:lnTo>
                  <a:lnTo>
                    <a:pt x="41" y="322"/>
                  </a:lnTo>
                  <a:lnTo>
                    <a:pt x="0" y="231"/>
                  </a:lnTo>
                  <a:lnTo>
                    <a:pt x="242" y="54"/>
                  </a:lnTo>
                  <a:lnTo>
                    <a:pt x="467" y="0"/>
                  </a:lnTo>
                  <a:lnTo>
                    <a:pt x="823" y="322"/>
                  </a:lnTo>
                  <a:lnTo>
                    <a:pt x="1074" y="312"/>
                  </a:lnTo>
                  <a:lnTo>
                    <a:pt x="1025" y="525"/>
                  </a:lnTo>
                  <a:lnTo>
                    <a:pt x="880" y="532"/>
                  </a:lnTo>
                  <a:lnTo>
                    <a:pt x="783" y="606"/>
                  </a:lnTo>
                  <a:lnTo>
                    <a:pt x="687" y="602"/>
                  </a:lnTo>
                  <a:lnTo>
                    <a:pt x="564" y="532"/>
                  </a:lnTo>
                  <a:lnTo>
                    <a:pt x="429" y="579"/>
                  </a:lnTo>
                  <a:lnTo>
                    <a:pt x="316" y="53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8" name="Freeform 59"/>
            <p:cNvSpPr>
              <a:spLocks noChangeAspect="1"/>
            </p:cNvSpPr>
            <p:nvPr/>
          </p:nvSpPr>
          <p:spPr bwMode="auto">
            <a:xfrm>
              <a:off x="2593975" y="3106738"/>
              <a:ext cx="261938" cy="196850"/>
            </a:xfrm>
            <a:custGeom>
              <a:avLst/>
              <a:gdLst>
                <a:gd name="T0" fmla="*/ 2147483647 w 652"/>
                <a:gd name="T1" fmla="*/ 2147483647 h 558"/>
                <a:gd name="T2" fmla="*/ 2147483647 w 652"/>
                <a:gd name="T3" fmla="*/ 2147483647 h 558"/>
                <a:gd name="T4" fmla="*/ 2147483647 w 652"/>
                <a:gd name="T5" fmla="*/ 2147483647 h 558"/>
                <a:gd name="T6" fmla="*/ 2147483647 w 652"/>
                <a:gd name="T7" fmla="*/ 2147483647 h 558"/>
                <a:gd name="T8" fmla="*/ 2147483647 w 652"/>
                <a:gd name="T9" fmla="*/ 2147483647 h 558"/>
                <a:gd name="T10" fmla="*/ 2147483647 w 652"/>
                <a:gd name="T11" fmla="*/ 2147483647 h 558"/>
                <a:gd name="T12" fmla="*/ 2147483647 w 652"/>
                <a:gd name="T13" fmla="*/ 2147483647 h 558"/>
                <a:gd name="T14" fmla="*/ 2147483647 w 652"/>
                <a:gd name="T15" fmla="*/ 2147483647 h 558"/>
                <a:gd name="T16" fmla="*/ 2147483647 w 652"/>
                <a:gd name="T17" fmla="*/ 2147483647 h 558"/>
                <a:gd name="T18" fmla="*/ 2147483647 w 652"/>
                <a:gd name="T19" fmla="*/ 0 h 558"/>
                <a:gd name="T20" fmla="*/ 2147483647 w 652"/>
                <a:gd name="T21" fmla="*/ 2147483647 h 558"/>
                <a:gd name="T22" fmla="*/ 2147483647 w 652"/>
                <a:gd name="T23" fmla="*/ 2147483647 h 558"/>
                <a:gd name="T24" fmla="*/ 0 w 652"/>
                <a:gd name="T25" fmla="*/ 2147483647 h 558"/>
                <a:gd name="T26" fmla="*/ 2147483647 w 652"/>
                <a:gd name="T27" fmla="*/ 2147483647 h 558"/>
                <a:gd name="T28" fmla="*/ 2147483647 w 652"/>
                <a:gd name="T29" fmla="*/ 2147483647 h 558"/>
                <a:gd name="T30" fmla="*/ 2147483647 w 652"/>
                <a:gd name="T31" fmla="*/ 2147483647 h 55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2"/>
                <a:gd name="T49" fmla="*/ 0 h 558"/>
                <a:gd name="T50" fmla="*/ 652 w 652"/>
                <a:gd name="T51" fmla="*/ 558 h 55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2" h="558">
                  <a:moveTo>
                    <a:pt x="220" y="481"/>
                  </a:moveTo>
                  <a:lnTo>
                    <a:pt x="249" y="462"/>
                  </a:lnTo>
                  <a:lnTo>
                    <a:pt x="371" y="484"/>
                  </a:lnTo>
                  <a:lnTo>
                    <a:pt x="410" y="458"/>
                  </a:lnTo>
                  <a:lnTo>
                    <a:pt x="652" y="281"/>
                  </a:lnTo>
                  <a:lnTo>
                    <a:pt x="565" y="242"/>
                  </a:lnTo>
                  <a:lnTo>
                    <a:pt x="565" y="140"/>
                  </a:lnTo>
                  <a:lnTo>
                    <a:pt x="620" y="81"/>
                  </a:lnTo>
                  <a:lnTo>
                    <a:pt x="591" y="9"/>
                  </a:lnTo>
                  <a:lnTo>
                    <a:pt x="281" y="0"/>
                  </a:lnTo>
                  <a:lnTo>
                    <a:pt x="113" y="140"/>
                  </a:lnTo>
                  <a:lnTo>
                    <a:pt x="129" y="281"/>
                  </a:lnTo>
                  <a:lnTo>
                    <a:pt x="0" y="358"/>
                  </a:lnTo>
                  <a:lnTo>
                    <a:pt x="23" y="484"/>
                  </a:lnTo>
                  <a:lnTo>
                    <a:pt x="103" y="558"/>
                  </a:lnTo>
                  <a:lnTo>
                    <a:pt x="220" y="48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39" name="Freeform 60"/>
            <p:cNvSpPr>
              <a:spLocks noChangeAspect="1"/>
            </p:cNvSpPr>
            <p:nvPr/>
          </p:nvSpPr>
          <p:spPr bwMode="auto">
            <a:xfrm>
              <a:off x="2681288" y="3268663"/>
              <a:ext cx="203200" cy="158750"/>
            </a:xfrm>
            <a:custGeom>
              <a:avLst/>
              <a:gdLst>
                <a:gd name="T0" fmla="*/ 2147483647 w 510"/>
                <a:gd name="T1" fmla="*/ 2147483647 h 456"/>
                <a:gd name="T2" fmla="*/ 2147483647 w 510"/>
                <a:gd name="T3" fmla="*/ 2147483647 h 456"/>
                <a:gd name="T4" fmla="*/ 2147483647 w 510"/>
                <a:gd name="T5" fmla="*/ 2147483647 h 456"/>
                <a:gd name="T6" fmla="*/ 0 w 510"/>
                <a:gd name="T7" fmla="*/ 2147483647 h 456"/>
                <a:gd name="T8" fmla="*/ 2147483647 w 510"/>
                <a:gd name="T9" fmla="*/ 2147483647 h 456"/>
                <a:gd name="T10" fmla="*/ 2147483647 w 510"/>
                <a:gd name="T11" fmla="*/ 2147483647 h 456"/>
                <a:gd name="T12" fmla="*/ 2147483647 w 510"/>
                <a:gd name="T13" fmla="*/ 2147483647 h 456"/>
                <a:gd name="T14" fmla="*/ 2147483647 w 510"/>
                <a:gd name="T15" fmla="*/ 0 h 456"/>
                <a:gd name="T16" fmla="*/ 2147483647 w 510"/>
                <a:gd name="T17" fmla="*/ 2147483647 h 456"/>
                <a:gd name="T18" fmla="*/ 2147483647 w 510"/>
                <a:gd name="T19" fmla="*/ 2147483647 h 456"/>
                <a:gd name="T20" fmla="*/ 2147483647 w 510"/>
                <a:gd name="T21" fmla="*/ 2147483647 h 456"/>
                <a:gd name="T22" fmla="*/ 2147483647 w 510"/>
                <a:gd name="T23" fmla="*/ 2147483647 h 456"/>
                <a:gd name="T24" fmla="*/ 2147483647 w 510"/>
                <a:gd name="T25" fmla="*/ 2147483647 h 456"/>
                <a:gd name="T26" fmla="*/ 2147483647 w 510"/>
                <a:gd name="T27" fmla="*/ 2147483647 h 456"/>
                <a:gd name="T28" fmla="*/ 2147483647 w 510"/>
                <a:gd name="T29" fmla="*/ 2147483647 h 4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456"/>
                <a:gd name="T47" fmla="*/ 510 w 510"/>
                <a:gd name="T48" fmla="*/ 456 h 4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456">
                  <a:moveTo>
                    <a:pt x="290" y="456"/>
                  </a:moveTo>
                  <a:lnTo>
                    <a:pt x="194" y="365"/>
                  </a:lnTo>
                  <a:lnTo>
                    <a:pt x="161" y="294"/>
                  </a:lnTo>
                  <a:lnTo>
                    <a:pt x="0" y="187"/>
                  </a:lnTo>
                  <a:lnTo>
                    <a:pt x="4" y="23"/>
                  </a:lnTo>
                  <a:lnTo>
                    <a:pt x="33" y="4"/>
                  </a:lnTo>
                  <a:lnTo>
                    <a:pt x="155" y="26"/>
                  </a:lnTo>
                  <a:lnTo>
                    <a:pt x="194" y="0"/>
                  </a:lnTo>
                  <a:lnTo>
                    <a:pt x="235" y="91"/>
                  </a:lnTo>
                  <a:lnTo>
                    <a:pt x="349" y="75"/>
                  </a:lnTo>
                  <a:lnTo>
                    <a:pt x="462" y="187"/>
                  </a:lnTo>
                  <a:lnTo>
                    <a:pt x="510" y="307"/>
                  </a:lnTo>
                  <a:lnTo>
                    <a:pt x="462" y="424"/>
                  </a:lnTo>
                  <a:lnTo>
                    <a:pt x="307" y="381"/>
                  </a:lnTo>
                  <a:lnTo>
                    <a:pt x="290" y="456"/>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0" name="Freeform 61"/>
            <p:cNvSpPr>
              <a:spLocks noChangeAspect="1"/>
            </p:cNvSpPr>
            <p:nvPr/>
          </p:nvSpPr>
          <p:spPr bwMode="auto">
            <a:xfrm>
              <a:off x="2573338" y="3275013"/>
              <a:ext cx="225425" cy="198437"/>
            </a:xfrm>
            <a:custGeom>
              <a:avLst/>
              <a:gdLst>
                <a:gd name="T0" fmla="*/ 2147483647 w 564"/>
                <a:gd name="T1" fmla="*/ 2147483647 h 565"/>
                <a:gd name="T2" fmla="*/ 2147483647 w 564"/>
                <a:gd name="T3" fmla="*/ 2147483647 h 565"/>
                <a:gd name="T4" fmla="*/ 2147483647 w 564"/>
                <a:gd name="T5" fmla="*/ 2147483647 h 565"/>
                <a:gd name="T6" fmla="*/ 2147483647 w 564"/>
                <a:gd name="T7" fmla="*/ 2147483647 h 565"/>
                <a:gd name="T8" fmla="*/ 2147483647 w 564"/>
                <a:gd name="T9" fmla="*/ 2147483647 h 565"/>
                <a:gd name="T10" fmla="*/ 2147483647 w 564"/>
                <a:gd name="T11" fmla="*/ 2147483647 h 565"/>
                <a:gd name="T12" fmla="*/ 2147483647 w 564"/>
                <a:gd name="T13" fmla="*/ 2147483647 h 565"/>
                <a:gd name="T14" fmla="*/ 2147483647 w 564"/>
                <a:gd name="T15" fmla="*/ 2147483647 h 565"/>
                <a:gd name="T16" fmla="*/ 2147483647 w 564"/>
                <a:gd name="T17" fmla="*/ 0 h 565"/>
                <a:gd name="T18" fmla="*/ 2147483647 w 564"/>
                <a:gd name="T19" fmla="*/ 2147483647 h 565"/>
                <a:gd name="T20" fmla="*/ 2147483647 w 564"/>
                <a:gd name="T21" fmla="*/ 2147483647 h 565"/>
                <a:gd name="T22" fmla="*/ 0 w 564"/>
                <a:gd name="T23" fmla="*/ 2147483647 h 565"/>
                <a:gd name="T24" fmla="*/ 2147483647 w 564"/>
                <a:gd name="T25" fmla="*/ 2147483647 h 565"/>
                <a:gd name="T26" fmla="*/ 2147483647 w 564"/>
                <a:gd name="T27" fmla="*/ 2147483647 h 565"/>
                <a:gd name="T28" fmla="*/ 2147483647 w 564"/>
                <a:gd name="T29" fmla="*/ 2147483647 h 5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4"/>
                <a:gd name="T46" fmla="*/ 0 h 565"/>
                <a:gd name="T47" fmla="*/ 564 w 564"/>
                <a:gd name="T48" fmla="*/ 565 h 5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4" h="565">
                  <a:moveTo>
                    <a:pt x="55" y="401"/>
                  </a:moveTo>
                  <a:lnTo>
                    <a:pt x="225" y="543"/>
                  </a:lnTo>
                  <a:lnTo>
                    <a:pt x="233" y="565"/>
                  </a:lnTo>
                  <a:lnTo>
                    <a:pt x="477" y="471"/>
                  </a:lnTo>
                  <a:lnTo>
                    <a:pt x="564" y="433"/>
                  </a:lnTo>
                  <a:lnTo>
                    <a:pt x="468" y="342"/>
                  </a:lnTo>
                  <a:lnTo>
                    <a:pt x="435" y="271"/>
                  </a:lnTo>
                  <a:lnTo>
                    <a:pt x="274" y="164"/>
                  </a:lnTo>
                  <a:lnTo>
                    <a:pt x="278" y="0"/>
                  </a:lnTo>
                  <a:lnTo>
                    <a:pt x="161" y="77"/>
                  </a:lnTo>
                  <a:lnTo>
                    <a:pt x="81" y="3"/>
                  </a:lnTo>
                  <a:lnTo>
                    <a:pt x="0" y="123"/>
                  </a:lnTo>
                  <a:lnTo>
                    <a:pt x="91" y="238"/>
                  </a:lnTo>
                  <a:lnTo>
                    <a:pt x="81" y="342"/>
                  </a:lnTo>
                  <a:lnTo>
                    <a:pt x="55" y="40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1" name="Freeform 62"/>
            <p:cNvSpPr>
              <a:spLocks noChangeAspect="1"/>
            </p:cNvSpPr>
            <p:nvPr/>
          </p:nvSpPr>
          <p:spPr bwMode="auto">
            <a:xfrm>
              <a:off x="2386013" y="3551238"/>
              <a:ext cx="219075" cy="198437"/>
            </a:xfrm>
            <a:custGeom>
              <a:avLst/>
              <a:gdLst>
                <a:gd name="T0" fmla="*/ 2147483647 w 552"/>
                <a:gd name="T1" fmla="*/ 0 h 568"/>
                <a:gd name="T2" fmla="*/ 2147483647 w 552"/>
                <a:gd name="T3" fmla="*/ 2147483647 h 568"/>
                <a:gd name="T4" fmla="*/ 2147483647 w 552"/>
                <a:gd name="T5" fmla="*/ 2147483647 h 568"/>
                <a:gd name="T6" fmla="*/ 0 w 552"/>
                <a:gd name="T7" fmla="*/ 2147483647 h 568"/>
                <a:gd name="T8" fmla="*/ 2147483647 w 552"/>
                <a:gd name="T9" fmla="*/ 2147483647 h 568"/>
                <a:gd name="T10" fmla="*/ 2147483647 w 552"/>
                <a:gd name="T11" fmla="*/ 2147483647 h 568"/>
                <a:gd name="T12" fmla="*/ 2147483647 w 552"/>
                <a:gd name="T13" fmla="*/ 2147483647 h 568"/>
                <a:gd name="T14" fmla="*/ 2147483647 w 552"/>
                <a:gd name="T15" fmla="*/ 2147483647 h 568"/>
                <a:gd name="T16" fmla="*/ 2147483647 w 552"/>
                <a:gd name="T17" fmla="*/ 2147483647 h 568"/>
                <a:gd name="T18" fmla="*/ 2147483647 w 552"/>
                <a:gd name="T19" fmla="*/ 2147483647 h 568"/>
                <a:gd name="T20" fmla="*/ 2147483647 w 552"/>
                <a:gd name="T21" fmla="*/ 2147483647 h 568"/>
                <a:gd name="T22" fmla="*/ 2147483647 w 552"/>
                <a:gd name="T23" fmla="*/ 2147483647 h 568"/>
                <a:gd name="T24" fmla="*/ 2147483647 w 552"/>
                <a:gd name="T25" fmla="*/ 2147483647 h 568"/>
                <a:gd name="T26" fmla="*/ 2147483647 w 552"/>
                <a:gd name="T27" fmla="*/ 0 h 5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52"/>
                <a:gd name="T43" fmla="*/ 0 h 568"/>
                <a:gd name="T44" fmla="*/ 552 w 552"/>
                <a:gd name="T45" fmla="*/ 568 h 5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52" h="568">
                  <a:moveTo>
                    <a:pt x="136" y="0"/>
                  </a:moveTo>
                  <a:lnTo>
                    <a:pt x="36" y="123"/>
                  </a:lnTo>
                  <a:lnTo>
                    <a:pt x="94" y="219"/>
                  </a:lnTo>
                  <a:lnTo>
                    <a:pt x="0" y="291"/>
                  </a:lnTo>
                  <a:lnTo>
                    <a:pt x="19" y="381"/>
                  </a:lnTo>
                  <a:lnTo>
                    <a:pt x="197" y="556"/>
                  </a:lnTo>
                  <a:lnTo>
                    <a:pt x="271" y="568"/>
                  </a:lnTo>
                  <a:lnTo>
                    <a:pt x="367" y="488"/>
                  </a:lnTo>
                  <a:lnTo>
                    <a:pt x="422" y="494"/>
                  </a:lnTo>
                  <a:lnTo>
                    <a:pt x="552" y="100"/>
                  </a:lnTo>
                  <a:lnTo>
                    <a:pt x="422" y="68"/>
                  </a:lnTo>
                  <a:lnTo>
                    <a:pt x="352" y="90"/>
                  </a:lnTo>
                  <a:lnTo>
                    <a:pt x="303" y="35"/>
                  </a:lnTo>
                  <a:lnTo>
                    <a:pt x="136"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2" name="Freeform 63"/>
            <p:cNvSpPr>
              <a:spLocks noChangeAspect="1"/>
            </p:cNvSpPr>
            <p:nvPr/>
          </p:nvSpPr>
          <p:spPr bwMode="auto">
            <a:xfrm>
              <a:off x="2279650" y="3349625"/>
              <a:ext cx="188913" cy="165100"/>
            </a:xfrm>
            <a:custGeom>
              <a:avLst/>
              <a:gdLst>
                <a:gd name="T0" fmla="*/ 2147483647 w 478"/>
                <a:gd name="T1" fmla="*/ 2147483647 h 475"/>
                <a:gd name="T2" fmla="*/ 2147483647 w 478"/>
                <a:gd name="T3" fmla="*/ 2147483647 h 475"/>
                <a:gd name="T4" fmla="*/ 2147483647 w 478"/>
                <a:gd name="T5" fmla="*/ 2147483647 h 475"/>
                <a:gd name="T6" fmla="*/ 2147483647 w 478"/>
                <a:gd name="T7" fmla="*/ 0 h 475"/>
                <a:gd name="T8" fmla="*/ 2147483647 w 478"/>
                <a:gd name="T9" fmla="*/ 2147483647 h 475"/>
                <a:gd name="T10" fmla="*/ 2147483647 w 478"/>
                <a:gd name="T11" fmla="*/ 0 h 475"/>
                <a:gd name="T12" fmla="*/ 0 w 478"/>
                <a:gd name="T13" fmla="*/ 2147483647 h 475"/>
                <a:gd name="T14" fmla="*/ 2147483647 w 478"/>
                <a:gd name="T15" fmla="*/ 2147483647 h 475"/>
                <a:gd name="T16" fmla="*/ 2147483647 w 478"/>
                <a:gd name="T17" fmla="*/ 2147483647 h 475"/>
                <a:gd name="T18" fmla="*/ 2147483647 w 478"/>
                <a:gd name="T19" fmla="*/ 2147483647 h 475"/>
                <a:gd name="T20" fmla="*/ 2147483647 w 478"/>
                <a:gd name="T21" fmla="*/ 2147483647 h 475"/>
                <a:gd name="T22" fmla="*/ 2147483647 w 478"/>
                <a:gd name="T23" fmla="*/ 2147483647 h 475"/>
                <a:gd name="T24" fmla="*/ 2147483647 w 478"/>
                <a:gd name="T25" fmla="*/ 2147483647 h 4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8"/>
                <a:gd name="T40" fmla="*/ 0 h 475"/>
                <a:gd name="T41" fmla="*/ 478 w 478"/>
                <a:gd name="T42" fmla="*/ 475 h 4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8" h="475">
                  <a:moveTo>
                    <a:pt x="352" y="403"/>
                  </a:moveTo>
                  <a:lnTo>
                    <a:pt x="391" y="329"/>
                  </a:lnTo>
                  <a:lnTo>
                    <a:pt x="478" y="201"/>
                  </a:lnTo>
                  <a:lnTo>
                    <a:pt x="397" y="0"/>
                  </a:lnTo>
                  <a:lnTo>
                    <a:pt x="229" y="55"/>
                  </a:lnTo>
                  <a:lnTo>
                    <a:pt x="132" y="0"/>
                  </a:lnTo>
                  <a:lnTo>
                    <a:pt x="0" y="78"/>
                  </a:lnTo>
                  <a:lnTo>
                    <a:pt x="36" y="174"/>
                  </a:lnTo>
                  <a:lnTo>
                    <a:pt x="107" y="271"/>
                  </a:lnTo>
                  <a:lnTo>
                    <a:pt x="155" y="420"/>
                  </a:lnTo>
                  <a:lnTo>
                    <a:pt x="204" y="475"/>
                  </a:lnTo>
                  <a:lnTo>
                    <a:pt x="252" y="388"/>
                  </a:lnTo>
                  <a:lnTo>
                    <a:pt x="352" y="40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3" name="Freeform 64"/>
            <p:cNvSpPr>
              <a:spLocks noChangeAspect="1"/>
            </p:cNvSpPr>
            <p:nvPr/>
          </p:nvSpPr>
          <p:spPr bwMode="auto">
            <a:xfrm>
              <a:off x="2203450" y="3235325"/>
              <a:ext cx="231775" cy="139700"/>
            </a:xfrm>
            <a:custGeom>
              <a:avLst/>
              <a:gdLst>
                <a:gd name="T0" fmla="*/ 2147483647 w 581"/>
                <a:gd name="T1" fmla="*/ 2147483647 h 400"/>
                <a:gd name="T2" fmla="*/ 0 w 581"/>
                <a:gd name="T3" fmla="*/ 2147483647 h 400"/>
                <a:gd name="T4" fmla="*/ 2147483647 w 581"/>
                <a:gd name="T5" fmla="*/ 2147483647 h 400"/>
                <a:gd name="T6" fmla="*/ 2147483647 w 581"/>
                <a:gd name="T7" fmla="*/ 2147483647 h 400"/>
                <a:gd name="T8" fmla="*/ 2147483647 w 581"/>
                <a:gd name="T9" fmla="*/ 0 h 400"/>
                <a:gd name="T10" fmla="*/ 2147483647 w 581"/>
                <a:gd name="T11" fmla="*/ 2147483647 h 400"/>
                <a:gd name="T12" fmla="*/ 2147483647 w 581"/>
                <a:gd name="T13" fmla="*/ 2147483647 h 400"/>
                <a:gd name="T14" fmla="*/ 2147483647 w 581"/>
                <a:gd name="T15" fmla="*/ 2147483647 h 400"/>
                <a:gd name="T16" fmla="*/ 2147483647 w 581"/>
                <a:gd name="T17" fmla="*/ 2147483647 h 400"/>
                <a:gd name="T18" fmla="*/ 2147483647 w 581"/>
                <a:gd name="T19" fmla="*/ 2147483647 h 400"/>
                <a:gd name="T20" fmla="*/ 2147483647 w 581"/>
                <a:gd name="T21" fmla="*/ 2147483647 h 400"/>
                <a:gd name="T22" fmla="*/ 2147483647 w 581"/>
                <a:gd name="T23" fmla="*/ 2147483647 h 400"/>
                <a:gd name="T24" fmla="*/ 2147483647 w 581"/>
                <a:gd name="T25" fmla="*/ 2147483647 h 400"/>
                <a:gd name="T26" fmla="*/ 2147483647 w 581"/>
                <a:gd name="T27" fmla="*/ 2147483647 h 4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81"/>
                <a:gd name="T43" fmla="*/ 0 h 400"/>
                <a:gd name="T44" fmla="*/ 581 w 581"/>
                <a:gd name="T45" fmla="*/ 400 h 4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81" h="400">
                  <a:moveTo>
                    <a:pt x="59" y="377"/>
                  </a:moveTo>
                  <a:lnTo>
                    <a:pt x="0" y="265"/>
                  </a:lnTo>
                  <a:lnTo>
                    <a:pt x="65" y="216"/>
                  </a:lnTo>
                  <a:lnTo>
                    <a:pt x="19" y="55"/>
                  </a:lnTo>
                  <a:lnTo>
                    <a:pt x="81" y="0"/>
                  </a:lnTo>
                  <a:lnTo>
                    <a:pt x="178" y="64"/>
                  </a:lnTo>
                  <a:lnTo>
                    <a:pt x="468" y="45"/>
                  </a:lnTo>
                  <a:lnTo>
                    <a:pt x="500" y="103"/>
                  </a:lnTo>
                  <a:lnTo>
                    <a:pt x="581" y="161"/>
                  </a:lnTo>
                  <a:lnTo>
                    <a:pt x="581" y="322"/>
                  </a:lnTo>
                  <a:lnTo>
                    <a:pt x="413" y="377"/>
                  </a:lnTo>
                  <a:lnTo>
                    <a:pt x="316" y="322"/>
                  </a:lnTo>
                  <a:lnTo>
                    <a:pt x="184" y="400"/>
                  </a:lnTo>
                  <a:lnTo>
                    <a:pt x="59" y="37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4" name="Freeform 65"/>
            <p:cNvSpPr>
              <a:spLocks noChangeAspect="1"/>
            </p:cNvSpPr>
            <p:nvPr/>
          </p:nvSpPr>
          <p:spPr bwMode="auto">
            <a:xfrm>
              <a:off x="2386013" y="3170238"/>
              <a:ext cx="222250" cy="249237"/>
            </a:xfrm>
            <a:custGeom>
              <a:avLst/>
              <a:gdLst>
                <a:gd name="T0" fmla="*/ 2147483647 w 559"/>
                <a:gd name="T1" fmla="*/ 2147483647 h 710"/>
                <a:gd name="T2" fmla="*/ 2147483647 w 559"/>
                <a:gd name="T3" fmla="*/ 2147483647 h 710"/>
                <a:gd name="T4" fmla="*/ 2147483647 w 559"/>
                <a:gd name="T5" fmla="*/ 2147483647 h 710"/>
                <a:gd name="T6" fmla="*/ 2147483647 w 559"/>
                <a:gd name="T7" fmla="*/ 2147483647 h 710"/>
                <a:gd name="T8" fmla="*/ 2147483647 w 559"/>
                <a:gd name="T9" fmla="*/ 2147483647 h 710"/>
                <a:gd name="T10" fmla="*/ 2147483647 w 559"/>
                <a:gd name="T11" fmla="*/ 2147483647 h 710"/>
                <a:gd name="T12" fmla="*/ 2147483647 w 559"/>
                <a:gd name="T13" fmla="*/ 2147483647 h 710"/>
                <a:gd name="T14" fmla="*/ 2147483647 w 559"/>
                <a:gd name="T15" fmla="*/ 2147483647 h 710"/>
                <a:gd name="T16" fmla="*/ 2147483647 w 559"/>
                <a:gd name="T17" fmla="*/ 2147483647 h 710"/>
                <a:gd name="T18" fmla="*/ 2147483647 w 559"/>
                <a:gd name="T19" fmla="*/ 0 h 710"/>
                <a:gd name="T20" fmla="*/ 2147483647 w 559"/>
                <a:gd name="T21" fmla="*/ 2147483647 h 710"/>
                <a:gd name="T22" fmla="*/ 2147483647 w 559"/>
                <a:gd name="T23" fmla="*/ 2147483647 h 710"/>
                <a:gd name="T24" fmla="*/ 0 w 559"/>
                <a:gd name="T25" fmla="*/ 2147483647 h 710"/>
                <a:gd name="T26" fmla="*/ 2147483647 w 559"/>
                <a:gd name="T27" fmla="*/ 2147483647 h 710"/>
                <a:gd name="T28" fmla="*/ 2147483647 w 559"/>
                <a:gd name="T29" fmla="*/ 2147483647 h 710"/>
                <a:gd name="T30" fmla="*/ 2147483647 w 559"/>
                <a:gd name="T31" fmla="*/ 2147483647 h 710"/>
                <a:gd name="T32" fmla="*/ 2147483647 w 559"/>
                <a:gd name="T33" fmla="*/ 2147483647 h 710"/>
                <a:gd name="T34" fmla="*/ 2147483647 w 559"/>
                <a:gd name="T35" fmla="*/ 2147483647 h 7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9"/>
                <a:gd name="T55" fmla="*/ 0 h 710"/>
                <a:gd name="T56" fmla="*/ 559 w 559"/>
                <a:gd name="T57" fmla="*/ 710 h 7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9" h="710">
                  <a:moveTo>
                    <a:pt x="210" y="710"/>
                  </a:moveTo>
                  <a:lnTo>
                    <a:pt x="523" y="704"/>
                  </a:lnTo>
                  <a:lnTo>
                    <a:pt x="549" y="645"/>
                  </a:lnTo>
                  <a:lnTo>
                    <a:pt x="559" y="541"/>
                  </a:lnTo>
                  <a:lnTo>
                    <a:pt x="468" y="426"/>
                  </a:lnTo>
                  <a:lnTo>
                    <a:pt x="549" y="306"/>
                  </a:lnTo>
                  <a:lnTo>
                    <a:pt x="526" y="180"/>
                  </a:lnTo>
                  <a:lnTo>
                    <a:pt x="445" y="113"/>
                  </a:lnTo>
                  <a:lnTo>
                    <a:pt x="355" y="113"/>
                  </a:lnTo>
                  <a:lnTo>
                    <a:pt x="194" y="0"/>
                  </a:lnTo>
                  <a:lnTo>
                    <a:pt x="113" y="49"/>
                  </a:lnTo>
                  <a:lnTo>
                    <a:pt x="74" y="71"/>
                  </a:lnTo>
                  <a:lnTo>
                    <a:pt x="0" y="155"/>
                  </a:lnTo>
                  <a:lnTo>
                    <a:pt x="16" y="232"/>
                  </a:lnTo>
                  <a:lnTo>
                    <a:pt x="48" y="290"/>
                  </a:lnTo>
                  <a:lnTo>
                    <a:pt x="129" y="348"/>
                  </a:lnTo>
                  <a:lnTo>
                    <a:pt x="129" y="509"/>
                  </a:lnTo>
                  <a:lnTo>
                    <a:pt x="210" y="71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5" name="Freeform 66"/>
            <p:cNvSpPr>
              <a:spLocks noChangeAspect="1"/>
            </p:cNvSpPr>
            <p:nvPr/>
          </p:nvSpPr>
          <p:spPr bwMode="auto">
            <a:xfrm>
              <a:off x="2154238" y="3368675"/>
              <a:ext cx="187325" cy="184150"/>
            </a:xfrm>
            <a:custGeom>
              <a:avLst/>
              <a:gdLst>
                <a:gd name="T0" fmla="*/ 2147483647 w 473"/>
                <a:gd name="T1" fmla="*/ 2147483647 h 526"/>
                <a:gd name="T2" fmla="*/ 2147483647 w 473"/>
                <a:gd name="T3" fmla="*/ 2147483647 h 526"/>
                <a:gd name="T4" fmla="*/ 2147483647 w 473"/>
                <a:gd name="T5" fmla="*/ 2147483647 h 526"/>
                <a:gd name="T6" fmla="*/ 2147483647 w 473"/>
                <a:gd name="T7" fmla="*/ 2147483647 h 526"/>
                <a:gd name="T8" fmla="*/ 2147483647 w 473"/>
                <a:gd name="T9" fmla="*/ 2147483647 h 526"/>
                <a:gd name="T10" fmla="*/ 2147483647 w 473"/>
                <a:gd name="T11" fmla="*/ 2147483647 h 526"/>
                <a:gd name="T12" fmla="*/ 2147483647 w 473"/>
                <a:gd name="T13" fmla="*/ 2147483647 h 526"/>
                <a:gd name="T14" fmla="*/ 2147483647 w 473"/>
                <a:gd name="T15" fmla="*/ 2147483647 h 526"/>
                <a:gd name="T16" fmla="*/ 2147483647 w 473"/>
                <a:gd name="T17" fmla="*/ 2147483647 h 526"/>
                <a:gd name="T18" fmla="*/ 2147483647 w 473"/>
                <a:gd name="T19" fmla="*/ 2147483647 h 526"/>
                <a:gd name="T20" fmla="*/ 0 w 473"/>
                <a:gd name="T21" fmla="*/ 2147483647 h 526"/>
                <a:gd name="T22" fmla="*/ 2147483647 w 473"/>
                <a:gd name="T23" fmla="*/ 2147483647 h 526"/>
                <a:gd name="T24" fmla="*/ 2147483647 w 473"/>
                <a:gd name="T25" fmla="*/ 0 h 526"/>
                <a:gd name="T26" fmla="*/ 2147483647 w 473"/>
                <a:gd name="T27" fmla="*/ 2147483647 h 52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73"/>
                <a:gd name="T43" fmla="*/ 0 h 526"/>
                <a:gd name="T44" fmla="*/ 473 w 473"/>
                <a:gd name="T45" fmla="*/ 526 h 52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73" h="526">
                  <a:moveTo>
                    <a:pt x="318" y="23"/>
                  </a:moveTo>
                  <a:lnTo>
                    <a:pt x="354" y="119"/>
                  </a:lnTo>
                  <a:lnTo>
                    <a:pt x="425" y="216"/>
                  </a:lnTo>
                  <a:lnTo>
                    <a:pt x="473" y="365"/>
                  </a:lnTo>
                  <a:lnTo>
                    <a:pt x="338" y="452"/>
                  </a:lnTo>
                  <a:lnTo>
                    <a:pt x="344" y="500"/>
                  </a:lnTo>
                  <a:lnTo>
                    <a:pt x="257" y="526"/>
                  </a:lnTo>
                  <a:lnTo>
                    <a:pt x="167" y="484"/>
                  </a:lnTo>
                  <a:lnTo>
                    <a:pt x="183" y="346"/>
                  </a:lnTo>
                  <a:lnTo>
                    <a:pt x="87" y="307"/>
                  </a:lnTo>
                  <a:lnTo>
                    <a:pt x="0" y="168"/>
                  </a:lnTo>
                  <a:lnTo>
                    <a:pt x="64" y="49"/>
                  </a:lnTo>
                  <a:lnTo>
                    <a:pt x="193" y="0"/>
                  </a:lnTo>
                  <a:lnTo>
                    <a:pt x="318" y="2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6" name="Freeform 67"/>
            <p:cNvSpPr>
              <a:spLocks noChangeAspect="1"/>
            </p:cNvSpPr>
            <p:nvPr/>
          </p:nvSpPr>
          <p:spPr bwMode="auto">
            <a:xfrm>
              <a:off x="2254250" y="3484563"/>
              <a:ext cx="209550" cy="174625"/>
            </a:xfrm>
            <a:custGeom>
              <a:avLst/>
              <a:gdLst>
                <a:gd name="T0" fmla="*/ 2147483647 w 517"/>
                <a:gd name="T1" fmla="*/ 2147483647 h 500"/>
                <a:gd name="T2" fmla="*/ 2147483647 w 517"/>
                <a:gd name="T3" fmla="*/ 2147483647 h 500"/>
                <a:gd name="T4" fmla="*/ 2147483647 w 517"/>
                <a:gd name="T5" fmla="*/ 2147483647 h 500"/>
                <a:gd name="T6" fmla="*/ 2147483647 w 517"/>
                <a:gd name="T7" fmla="*/ 2147483647 h 500"/>
                <a:gd name="T8" fmla="*/ 2147483647 w 517"/>
                <a:gd name="T9" fmla="*/ 2147483647 h 500"/>
                <a:gd name="T10" fmla="*/ 2147483647 w 517"/>
                <a:gd name="T11" fmla="*/ 2147483647 h 500"/>
                <a:gd name="T12" fmla="*/ 2147483647 w 517"/>
                <a:gd name="T13" fmla="*/ 2147483647 h 500"/>
                <a:gd name="T14" fmla="*/ 2147483647 w 517"/>
                <a:gd name="T15" fmla="*/ 2147483647 h 500"/>
                <a:gd name="T16" fmla="*/ 2147483647 w 517"/>
                <a:gd name="T17" fmla="*/ 2147483647 h 500"/>
                <a:gd name="T18" fmla="*/ 2147483647 w 517"/>
                <a:gd name="T19" fmla="*/ 2147483647 h 500"/>
                <a:gd name="T20" fmla="*/ 2147483647 w 517"/>
                <a:gd name="T21" fmla="*/ 2147483647 h 500"/>
                <a:gd name="T22" fmla="*/ 2147483647 w 517"/>
                <a:gd name="T23" fmla="*/ 2147483647 h 500"/>
                <a:gd name="T24" fmla="*/ 0 w 517"/>
                <a:gd name="T25" fmla="*/ 2147483647 h 500"/>
                <a:gd name="T26" fmla="*/ 2147483647 w 517"/>
                <a:gd name="T27" fmla="*/ 2147483647 h 500"/>
                <a:gd name="T28" fmla="*/ 2147483647 w 517"/>
                <a:gd name="T29" fmla="*/ 2147483647 h 500"/>
                <a:gd name="T30" fmla="*/ 2147483647 w 517"/>
                <a:gd name="T31" fmla="*/ 2147483647 h 500"/>
                <a:gd name="T32" fmla="*/ 2147483647 w 517"/>
                <a:gd name="T33" fmla="*/ 2147483647 h 500"/>
                <a:gd name="T34" fmla="*/ 2147483647 w 517"/>
                <a:gd name="T35" fmla="*/ 0 h 500"/>
                <a:gd name="T36" fmla="*/ 2147483647 w 517"/>
                <a:gd name="T37" fmla="*/ 2147483647 h 500"/>
                <a:gd name="T38" fmla="*/ 2147483647 w 517"/>
                <a:gd name="T39" fmla="*/ 2147483647 h 500"/>
                <a:gd name="T40" fmla="*/ 2147483647 w 517"/>
                <a:gd name="T41" fmla="*/ 2147483647 h 500"/>
                <a:gd name="T42" fmla="*/ 2147483647 w 517"/>
                <a:gd name="T43" fmla="*/ 2147483647 h 500"/>
                <a:gd name="T44" fmla="*/ 2147483647 w 517"/>
                <a:gd name="T45" fmla="*/ 2147483647 h 500"/>
                <a:gd name="T46" fmla="*/ 2147483647 w 517"/>
                <a:gd name="T47" fmla="*/ 2147483647 h 500"/>
                <a:gd name="T48" fmla="*/ 2147483647 w 517"/>
                <a:gd name="T49" fmla="*/ 2147483647 h 50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17"/>
                <a:gd name="T76" fmla="*/ 0 h 500"/>
                <a:gd name="T77" fmla="*/ 517 w 517"/>
                <a:gd name="T78" fmla="*/ 500 h 50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17" h="500">
                  <a:moveTo>
                    <a:pt x="326" y="481"/>
                  </a:moveTo>
                  <a:lnTo>
                    <a:pt x="307" y="500"/>
                  </a:lnTo>
                  <a:lnTo>
                    <a:pt x="161" y="329"/>
                  </a:lnTo>
                  <a:lnTo>
                    <a:pt x="155" y="326"/>
                  </a:lnTo>
                  <a:lnTo>
                    <a:pt x="141" y="318"/>
                  </a:lnTo>
                  <a:lnTo>
                    <a:pt x="120" y="308"/>
                  </a:lnTo>
                  <a:lnTo>
                    <a:pt x="93" y="296"/>
                  </a:lnTo>
                  <a:lnTo>
                    <a:pt x="67" y="283"/>
                  </a:lnTo>
                  <a:lnTo>
                    <a:pt x="42" y="272"/>
                  </a:lnTo>
                  <a:lnTo>
                    <a:pt x="21" y="262"/>
                  </a:lnTo>
                  <a:lnTo>
                    <a:pt x="6" y="258"/>
                  </a:lnTo>
                  <a:lnTo>
                    <a:pt x="4" y="254"/>
                  </a:lnTo>
                  <a:lnTo>
                    <a:pt x="0" y="193"/>
                  </a:lnTo>
                  <a:lnTo>
                    <a:pt x="87" y="167"/>
                  </a:lnTo>
                  <a:lnTo>
                    <a:pt x="81" y="119"/>
                  </a:lnTo>
                  <a:lnTo>
                    <a:pt x="216" y="32"/>
                  </a:lnTo>
                  <a:lnTo>
                    <a:pt x="265" y="87"/>
                  </a:lnTo>
                  <a:lnTo>
                    <a:pt x="313" y="0"/>
                  </a:lnTo>
                  <a:lnTo>
                    <a:pt x="413" y="15"/>
                  </a:lnTo>
                  <a:lnTo>
                    <a:pt x="426" y="87"/>
                  </a:lnTo>
                  <a:lnTo>
                    <a:pt x="517" y="119"/>
                  </a:lnTo>
                  <a:lnTo>
                    <a:pt x="462" y="190"/>
                  </a:lnTo>
                  <a:lnTo>
                    <a:pt x="362" y="313"/>
                  </a:lnTo>
                  <a:lnTo>
                    <a:pt x="420" y="409"/>
                  </a:lnTo>
                  <a:lnTo>
                    <a:pt x="326" y="48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7" name="Freeform 68"/>
            <p:cNvSpPr>
              <a:spLocks noChangeAspect="1"/>
            </p:cNvSpPr>
            <p:nvPr/>
          </p:nvSpPr>
          <p:spPr bwMode="auto">
            <a:xfrm>
              <a:off x="2011363" y="3425825"/>
              <a:ext cx="246062" cy="190500"/>
            </a:xfrm>
            <a:custGeom>
              <a:avLst/>
              <a:gdLst>
                <a:gd name="T0" fmla="*/ 2147483647 w 619"/>
                <a:gd name="T1" fmla="*/ 2147483647 h 542"/>
                <a:gd name="T2" fmla="*/ 2147483647 w 619"/>
                <a:gd name="T3" fmla="*/ 2147483647 h 542"/>
                <a:gd name="T4" fmla="*/ 2147483647 w 619"/>
                <a:gd name="T5" fmla="*/ 2147483647 h 542"/>
                <a:gd name="T6" fmla="*/ 2147483647 w 619"/>
                <a:gd name="T7" fmla="*/ 2147483647 h 542"/>
                <a:gd name="T8" fmla="*/ 2147483647 w 619"/>
                <a:gd name="T9" fmla="*/ 2147483647 h 542"/>
                <a:gd name="T10" fmla="*/ 2147483647 w 619"/>
                <a:gd name="T11" fmla="*/ 2147483647 h 542"/>
                <a:gd name="T12" fmla="*/ 2147483647 w 619"/>
                <a:gd name="T13" fmla="*/ 2147483647 h 542"/>
                <a:gd name="T14" fmla="*/ 2147483647 w 619"/>
                <a:gd name="T15" fmla="*/ 0 h 542"/>
                <a:gd name="T16" fmla="*/ 2147483647 w 619"/>
                <a:gd name="T17" fmla="*/ 2147483647 h 542"/>
                <a:gd name="T18" fmla="*/ 2147483647 w 619"/>
                <a:gd name="T19" fmla="*/ 0 h 542"/>
                <a:gd name="T20" fmla="*/ 0 w 619"/>
                <a:gd name="T21" fmla="*/ 2147483647 h 542"/>
                <a:gd name="T22" fmla="*/ 2147483647 w 619"/>
                <a:gd name="T23" fmla="*/ 2147483647 h 542"/>
                <a:gd name="T24" fmla="*/ 2147483647 w 619"/>
                <a:gd name="T25" fmla="*/ 2147483647 h 542"/>
                <a:gd name="T26" fmla="*/ 2147483647 w 619"/>
                <a:gd name="T27" fmla="*/ 2147483647 h 542"/>
                <a:gd name="T28" fmla="*/ 2147483647 w 619"/>
                <a:gd name="T29" fmla="*/ 2147483647 h 542"/>
                <a:gd name="T30" fmla="*/ 2147483647 w 619"/>
                <a:gd name="T31" fmla="*/ 2147483647 h 5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9"/>
                <a:gd name="T49" fmla="*/ 0 h 542"/>
                <a:gd name="T50" fmla="*/ 619 w 619"/>
                <a:gd name="T51" fmla="*/ 542 h 5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9" h="542">
                  <a:moveTo>
                    <a:pt x="539" y="542"/>
                  </a:moveTo>
                  <a:lnTo>
                    <a:pt x="619" y="500"/>
                  </a:lnTo>
                  <a:lnTo>
                    <a:pt x="617" y="419"/>
                  </a:lnTo>
                  <a:lnTo>
                    <a:pt x="613" y="358"/>
                  </a:lnTo>
                  <a:lnTo>
                    <a:pt x="523" y="316"/>
                  </a:lnTo>
                  <a:lnTo>
                    <a:pt x="539" y="178"/>
                  </a:lnTo>
                  <a:lnTo>
                    <a:pt x="443" y="139"/>
                  </a:lnTo>
                  <a:lnTo>
                    <a:pt x="356" y="0"/>
                  </a:lnTo>
                  <a:lnTo>
                    <a:pt x="216" y="27"/>
                  </a:lnTo>
                  <a:lnTo>
                    <a:pt x="129" y="0"/>
                  </a:lnTo>
                  <a:lnTo>
                    <a:pt x="0" y="68"/>
                  </a:lnTo>
                  <a:lnTo>
                    <a:pt x="97" y="197"/>
                  </a:lnTo>
                  <a:lnTo>
                    <a:pt x="72" y="265"/>
                  </a:lnTo>
                  <a:lnTo>
                    <a:pt x="307" y="413"/>
                  </a:lnTo>
                  <a:lnTo>
                    <a:pt x="443" y="430"/>
                  </a:lnTo>
                  <a:lnTo>
                    <a:pt x="539" y="54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8" name="Freeform 69"/>
            <p:cNvSpPr>
              <a:spLocks noChangeAspect="1"/>
            </p:cNvSpPr>
            <p:nvPr/>
          </p:nvSpPr>
          <p:spPr bwMode="auto">
            <a:xfrm>
              <a:off x="2160588" y="3573463"/>
              <a:ext cx="303212" cy="269875"/>
            </a:xfrm>
            <a:custGeom>
              <a:avLst/>
              <a:gdLst>
                <a:gd name="T0" fmla="*/ 2147483647 w 758"/>
                <a:gd name="T1" fmla="*/ 0 h 772"/>
                <a:gd name="T2" fmla="*/ 2147483647 w 758"/>
                <a:gd name="T3" fmla="*/ 2147483647 h 772"/>
                <a:gd name="T4" fmla="*/ 2147483647 w 758"/>
                <a:gd name="T5" fmla="*/ 2147483647 h 772"/>
                <a:gd name="T6" fmla="*/ 2147483647 w 758"/>
                <a:gd name="T7" fmla="*/ 2147483647 h 772"/>
                <a:gd name="T8" fmla="*/ 2147483647 w 758"/>
                <a:gd name="T9" fmla="*/ 2147483647 h 772"/>
                <a:gd name="T10" fmla="*/ 0 w 758"/>
                <a:gd name="T11" fmla="*/ 2147483647 h 772"/>
                <a:gd name="T12" fmla="*/ 2147483647 w 758"/>
                <a:gd name="T13" fmla="*/ 2147483647 h 772"/>
                <a:gd name="T14" fmla="*/ 2147483647 w 758"/>
                <a:gd name="T15" fmla="*/ 2147483647 h 772"/>
                <a:gd name="T16" fmla="*/ 2147483647 w 758"/>
                <a:gd name="T17" fmla="*/ 2147483647 h 772"/>
                <a:gd name="T18" fmla="*/ 2147483647 w 758"/>
                <a:gd name="T19" fmla="*/ 2147483647 h 772"/>
                <a:gd name="T20" fmla="*/ 2147483647 w 758"/>
                <a:gd name="T21" fmla="*/ 2147483647 h 772"/>
                <a:gd name="T22" fmla="*/ 2147483647 w 758"/>
                <a:gd name="T23" fmla="*/ 2147483647 h 772"/>
                <a:gd name="T24" fmla="*/ 2147483647 w 758"/>
                <a:gd name="T25" fmla="*/ 2147483647 h 772"/>
                <a:gd name="T26" fmla="*/ 2147483647 w 758"/>
                <a:gd name="T27" fmla="*/ 2147483647 h 772"/>
                <a:gd name="T28" fmla="*/ 2147483647 w 758"/>
                <a:gd name="T29" fmla="*/ 2147483647 h 772"/>
                <a:gd name="T30" fmla="*/ 2147483647 w 758"/>
                <a:gd name="T31" fmla="*/ 2147483647 h 772"/>
                <a:gd name="T32" fmla="*/ 2147483647 w 758"/>
                <a:gd name="T33" fmla="*/ 2147483647 h 772"/>
                <a:gd name="T34" fmla="*/ 2147483647 w 758"/>
                <a:gd name="T35" fmla="*/ 2147483647 h 772"/>
                <a:gd name="T36" fmla="*/ 2147483647 w 758"/>
                <a:gd name="T37" fmla="*/ 2147483647 h 772"/>
                <a:gd name="T38" fmla="*/ 2147483647 w 758"/>
                <a:gd name="T39" fmla="*/ 2147483647 h 772"/>
                <a:gd name="T40" fmla="*/ 2147483647 w 758"/>
                <a:gd name="T41" fmla="*/ 2147483647 h 772"/>
                <a:gd name="T42" fmla="*/ 2147483647 w 758"/>
                <a:gd name="T43" fmla="*/ 2147483647 h 772"/>
                <a:gd name="T44" fmla="*/ 2147483647 w 758"/>
                <a:gd name="T45" fmla="*/ 2147483647 h 772"/>
                <a:gd name="T46" fmla="*/ 2147483647 w 758"/>
                <a:gd name="T47" fmla="*/ 2147483647 h 772"/>
                <a:gd name="T48" fmla="*/ 2147483647 w 758"/>
                <a:gd name="T49" fmla="*/ 2147483647 h 772"/>
                <a:gd name="T50" fmla="*/ 2147483647 w 758"/>
                <a:gd name="T51" fmla="*/ 2147483647 h 772"/>
                <a:gd name="T52" fmla="*/ 2147483647 w 758"/>
                <a:gd name="T53" fmla="*/ 2147483647 h 772"/>
                <a:gd name="T54" fmla="*/ 2147483647 w 758"/>
                <a:gd name="T55" fmla="*/ 2147483647 h 772"/>
                <a:gd name="T56" fmla="*/ 2147483647 w 758"/>
                <a:gd name="T57" fmla="*/ 2147483647 h 772"/>
                <a:gd name="T58" fmla="*/ 2147483647 w 758"/>
                <a:gd name="T59" fmla="*/ 0 h 77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58"/>
                <a:gd name="T91" fmla="*/ 0 h 772"/>
                <a:gd name="T92" fmla="*/ 758 w 758"/>
                <a:gd name="T93" fmla="*/ 772 h 77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58" h="772">
                  <a:moveTo>
                    <a:pt x="239" y="0"/>
                  </a:moveTo>
                  <a:lnTo>
                    <a:pt x="241" y="81"/>
                  </a:lnTo>
                  <a:lnTo>
                    <a:pt x="161" y="123"/>
                  </a:lnTo>
                  <a:lnTo>
                    <a:pt x="171" y="132"/>
                  </a:lnTo>
                  <a:lnTo>
                    <a:pt x="139" y="375"/>
                  </a:lnTo>
                  <a:lnTo>
                    <a:pt x="0" y="524"/>
                  </a:lnTo>
                  <a:lnTo>
                    <a:pt x="74" y="681"/>
                  </a:lnTo>
                  <a:lnTo>
                    <a:pt x="145" y="675"/>
                  </a:lnTo>
                  <a:lnTo>
                    <a:pt x="226" y="772"/>
                  </a:lnTo>
                  <a:lnTo>
                    <a:pt x="364" y="730"/>
                  </a:lnTo>
                  <a:lnTo>
                    <a:pt x="428" y="672"/>
                  </a:lnTo>
                  <a:lnTo>
                    <a:pt x="413" y="575"/>
                  </a:lnTo>
                  <a:lnTo>
                    <a:pt x="597" y="552"/>
                  </a:lnTo>
                  <a:lnTo>
                    <a:pt x="655" y="623"/>
                  </a:lnTo>
                  <a:lnTo>
                    <a:pt x="742" y="640"/>
                  </a:lnTo>
                  <a:lnTo>
                    <a:pt x="752" y="640"/>
                  </a:lnTo>
                  <a:lnTo>
                    <a:pt x="758" y="492"/>
                  </a:lnTo>
                  <a:lnTo>
                    <a:pt x="580" y="317"/>
                  </a:lnTo>
                  <a:lnTo>
                    <a:pt x="561" y="227"/>
                  </a:lnTo>
                  <a:lnTo>
                    <a:pt x="542" y="246"/>
                  </a:lnTo>
                  <a:lnTo>
                    <a:pt x="396" y="75"/>
                  </a:lnTo>
                  <a:lnTo>
                    <a:pt x="390" y="72"/>
                  </a:lnTo>
                  <a:lnTo>
                    <a:pt x="376" y="64"/>
                  </a:lnTo>
                  <a:lnTo>
                    <a:pt x="355" y="54"/>
                  </a:lnTo>
                  <a:lnTo>
                    <a:pt x="328" y="42"/>
                  </a:lnTo>
                  <a:lnTo>
                    <a:pt x="302" y="29"/>
                  </a:lnTo>
                  <a:lnTo>
                    <a:pt x="277" y="18"/>
                  </a:lnTo>
                  <a:lnTo>
                    <a:pt x="256" y="8"/>
                  </a:lnTo>
                  <a:lnTo>
                    <a:pt x="241" y="4"/>
                  </a:lnTo>
                  <a:lnTo>
                    <a:pt x="239"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49" name="Freeform 70"/>
            <p:cNvSpPr>
              <a:spLocks noChangeAspect="1"/>
            </p:cNvSpPr>
            <p:nvPr/>
          </p:nvSpPr>
          <p:spPr bwMode="auto">
            <a:xfrm>
              <a:off x="1914525" y="3810000"/>
              <a:ext cx="411163" cy="387350"/>
            </a:xfrm>
            <a:custGeom>
              <a:avLst/>
              <a:gdLst>
                <a:gd name="T0" fmla="*/ 2147483647 w 1026"/>
                <a:gd name="T1" fmla="*/ 2147483647 h 1104"/>
                <a:gd name="T2" fmla="*/ 2147483647 w 1026"/>
                <a:gd name="T3" fmla="*/ 2147483647 h 1104"/>
                <a:gd name="T4" fmla="*/ 2147483647 w 1026"/>
                <a:gd name="T5" fmla="*/ 2147483647 h 1104"/>
                <a:gd name="T6" fmla="*/ 2147483647 w 1026"/>
                <a:gd name="T7" fmla="*/ 2147483647 h 1104"/>
                <a:gd name="T8" fmla="*/ 2147483647 w 1026"/>
                <a:gd name="T9" fmla="*/ 2147483647 h 1104"/>
                <a:gd name="T10" fmla="*/ 2147483647 w 1026"/>
                <a:gd name="T11" fmla="*/ 2147483647 h 1104"/>
                <a:gd name="T12" fmla="*/ 2147483647 w 1026"/>
                <a:gd name="T13" fmla="*/ 2147483647 h 1104"/>
                <a:gd name="T14" fmla="*/ 2147483647 w 1026"/>
                <a:gd name="T15" fmla="*/ 2147483647 h 1104"/>
                <a:gd name="T16" fmla="*/ 2147483647 w 1026"/>
                <a:gd name="T17" fmla="*/ 2147483647 h 1104"/>
                <a:gd name="T18" fmla="*/ 2147483647 w 1026"/>
                <a:gd name="T19" fmla="*/ 2147483647 h 1104"/>
                <a:gd name="T20" fmla="*/ 2147483647 w 1026"/>
                <a:gd name="T21" fmla="*/ 2147483647 h 1104"/>
                <a:gd name="T22" fmla="*/ 2147483647 w 1026"/>
                <a:gd name="T23" fmla="*/ 0 h 1104"/>
                <a:gd name="T24" fmla="*/ 2147483647 w 1026"/>
                <a:gd name="T25" fmla="*/ 2147483647 h 1104"/>
                <a:gd name="T26" fmla="*/ 2147483647 w 1026"/>
                <a:gd name="T27" fmla="*/ 2147483647 h 1104"/>
                <a:gd name="T28" fmla="*/ 2147483647 w 1026"/>
                <a:gd name="T29" fmla="*/ 2147483647 h 1104"/>
                <a:gd name="T30" fmla="*/ 2147483647 w 1026"/>
                <a:gd name="T31" fmla="*/ 2147483647 h 1104"/>
                <a:gd name="T32" fmla="*/ 2147483647 w 1026"/>
                <a:gd name="T33" fmla="*/ 2147483647 h 1104"/>
                <a:gd name="T34" fmla="*/ 2147483647 w 1026"/>
                <a:gd name="T35" fmla="*/ 2147483647 h 1104"/>
                <a:gd name="T36" fmla="*/ 2147483647 w 1026"/>
                <a:gd name="T37" fmla="*/ 2147483647 h 1104"/>
                <a:gd name="T38" fmla="*/ 0 w 1026"/>
                <a:gd name="T39" fmla="*/ 2147483647 h 1104"/>
                <a:gd name="T40" fmla="*/ 2147483647 w 1026"/>
                <a:gd name="T41" fmla="*/ 2147483647 h 1104"/>
                <a:gd name="T42" fmla="*/ 2147483647 w 1026"/>
                <a:gd name="T43" fmla="*/ 2147483647 h 1104"/>
                <a:gd name="T44" fmla="*/ 2147483647 w 1026"/>
                <a:gd name="T45" fmla="*/ 2147483647 h 1104"/>
                <a:gd name="T46" fmla="*/ 2147483647 w 1026"/>
                <a:gd name="T47" fmla="*/ 2147483647 h 1104"/>
                <a:gd name="T48" fmla="*/ 2147483647 w 1026"/>
                <a:gd name="T49" fmla="*/ 2147483647 h 1104"/>
                <a:gd name="T50" fmla="*/ 2147483647 w 1026"/>
                <a:gd name="T51" fmla="*/ 2147483647 h 1104"/>
                <a:gd name="T52" fmla="*/ 2147483647 w 1026"/>
                <a:gd name="T53" fmla="*/ 2147483647 h 1104"/>
                <a:gd name="T54" fmla="*/ 2147483647 w 1026"/>
                <a:gd name="T55" fmla="*/ 2147483647 h 1104"/>
                <a:gd name="T56" fmla="*/ 2147483647 w 1026"/>
                <a:gd name="T57" fmla="*/ 2147483647 h 1104"/>
                <a:gd name="T58" fmla="*/ 2147483647 w 1026"/>
                <a:gd name="T59" fmla="*/ 2147483647 h 1104"/>
                <a:gd name="T60" fmla="*/ 2147483647 w 1026"/>
                <a:gd name="T61" fmla="*/ 2147483647 h 1104"/>
                <a:gd name="T62" fmla="*/ 2147483647 w 1026"/>
                <a:gd name="T63" fmla="*/ 2147483647 h 1104"/>
                <a:gd name="T64" fmla="*/ 2147483647 w 1026"/>
                <a:gd name="T65" fmla="*/ 2147483647 h 1104"/>
                <a:gd name="T66" fmla="*/ 2147483647 w 1026"/>
                <a:gd name="T67" fmla="*/ 2147483647 h 1104"/>
                <a:gd name="T68" fmla="*/ 2147483647 w 1026"/>
                <a:gd name="T69" fmla="*/ 2147483647 h 1104"/>
                <a:gd name="T70" fmla="*/ 2147483647 w 1026"/>
                <a:gd name="T71" fmla="*/ 2147483647 h 1104"/>
                <a:gd name="T72" fmla="*/ 2147483647 w 1026"/>
                <a:gd name="T73" fmla="*/ 2147483647 h 1104"/>
                <a:gd name="T74" fmla="*/ 2147483647 w 1026"/>
                <a:gd name="T75" fmla="*/ 2147483647 h 1104"/>
                <a:gd name="T76" fmla="*/ 2147483647 w 1026"/>
                <a:gd name="T77" fmla="*/ 2147483647 h 1104"/>
                <a:gd name="T78" fmla="*/ 2147483647 w 1026"/>
                <a:gd name="T79" fmla="*/ 2147483647 h 1104"/>
                <a:gd name="T80" fmla="*/ 2147483647 w 1026"/>
                <a:gd name="T81" fmla="*/ 2147483647 h 1104"/>
                <a:gd name="T82" fmla="*/ 2147483647 w 1026"/>
                <a:gd name="T83" fmla="*/ 2147483647 h 1104"/>
                <a:gd name="T84" fmla="*/ 2147483647 w 1026"/>
                <a:gd name="T85" fmla="*/ 2147483647 h 1104"/>
                <a:gd name="T86" fmla="*/ 2147483647 w 1026"/>
                <a:gd name="T87" fmla="*/ 2147483647 h 1104"/>
                <a:gd name="T88" fmla="*/ 2147483647 w 1026"/>
                <a:gd name="T89" fmla="*/ 2147483647 h 1104"/>
                <a:gd name="T90" fmla="*/ 2147483647 w 1026"/>
                <a:gd name="T91" fmla="*/ 2147483647 h 1104"/>
                <a:gd name="T92" fmla="*/ 2147483647 w 1026"/>
                <a:gd name="T93" fmla="*/ 2147483647 h 110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026"/>
                <a:gd name="T142" fmla="*/ 0 h 1104"/>
                <a:gd name="T143" fmla="*/ 1026 w 1026"/>
                <a:gd name="T144" fmla="*/ 1104 h 110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026" h="1104">
                  <a:moveTo>
                    <a:pt x="832" y="832"/>
                  </a:moveTo>
                  <a:lnTo>
                    <a:pt x="758" y="765"/>
                  </a:lnTo>
                  <a:lnTo>
                    <a:pt x="790" y="626"/>
                  </a:lnTo>
                  <a:lnTo>
                    <a:pt x="687" y="523"/>
                  </a:lnTo>
                  <a:lnTo>
                    <a:pt x="725" y="491"/>
                  </a:lnTo>
                  <a:lnTo>
                    <a:pt x="945" y="474"/>
                  </a:lnTo>
                  <a:lnTo>
                    <a:pt x="913" y="345"/>
                  </a:lnTo>
                  <a:lnTo>
                    <a:pt x="962" y="222"/>
                  </a:lnTo>
                  <a:lnTo>
                    <a:pt x="1026" y="200"/>
                  </a:lnTo>
                  <a:lnTo>
                    <a:pt x="977" y="55"/>
                  </a:lnTo>
                  <a:lnTo>
                    <a:pt x="839" y="97"/>
                  </a:lnTo>
                  <a:lnTo>
                    <a:pt x="758" y="0"/>
                  </a:lnTo>
                  <a:lnTo>
                    <a:pt x="687" y="6"/>
                  </a:lnTo>
                  <a:lnTo>
                    <a:pt x="509" y="87"/>
                  </a:lnTo>
                  <a:lnTo>
                    <a:pt x="525" y="152"/>
                  </a:lnTo>
                  <a:lnTo>
                    <a:pt x="348" y="313"/>
                  </a:lnTo>
                  <a:lnTo>
                    <a:pt x="235" y="232"/>
                  </a:lnTo>
                  <a:lnTo>
                    <a:pt x="220" y="226"/>
                  </a:lnTo>
                  <a:lnTo>
                    <a:pt x="74" y="200"/>
                  </a:lnTo>
                  <a:lnTo>
                    <a:pt x="0" y="258"/>
                  </a:lnTo>
                  <a:lnTo>
                    <a:pt x="90" y="345"/>
                  </a:lnTo>
                  <a:lnTo>
                    <a:pt x="10" y="339"/>
                  </a:lnTo>
                  <a:lnTo>
                    <a:pt x="25" y="474"/>
                  </a:lnTo>
                  <a:lnTo>
                    <a:pt x="177" y="474"/>
                  </a:lnTo>
                  <a:lnTo>
                    <a:pt x="193" y="561"/>
                  </a:lnTo>
                  <a:lnTo>
                    <a:pt x="129" y="593"/>
                  </a:lnTo>
                  <a:lnTo>
                    <a:pt x="112" y="684"/>
                  </a:lnTo>
                  <a:lnTo>
                    <a:pt x="226" y="748"/>
                  </a:lnTo>
                  <a:lnTo>
                    <a:pt x="209" y="887"/>
                  </a:lnTo>
                  <a:lnTo>
                    <a:pt x="348" y="894"/>
                  </a:lnTo>
                  <a:lnTo>
                    <a:pt x="436" y="836"/>
                  </a:lnTo>
                  <a:lnTo>
                    <a:pt x="493" y="942"/>
                  </a:lnTo>
                  <a:lnTo>
                    <a:pt x="542" y="949"/>
                  </a:lnTo>
                  <a:lnTo>
                    <a:pt x="515" y="1040"/>
                  </a:lnTo>
                  <a:lnTo>
                    <a:pt x="580" y="1029"/>
                  </a:lnTo>
                  <a:lnTo>
                    <a:pt x="678" y="1104"/>
                  </a:lnTo>
                  <a:lnTo>
                    <a:pt x="929" y="942"/>
                  </a:lnTo>
                  <a:lnTo>
                    <a:pt x="919" y="877"/>
                  </a:lnTo>
                  <a:lnTo>
                    <a:pt x="915" y="878"/>
                  </a:lnTo>
                  <a:lnTo>
                    <a:pt x="907" y="878"/>
                  </a:lnTo>
                  <a:lnTo>
                    <a:pt x="892" y="880"/>
                  </a:lnTo>
                  <a:lnTo>
                    <a:pt x="876" y="881"/>
                  </a:lnTo>
                  <a:lnTo>
                    <a:pt x="859" y="882"/>
                  </a:lnTo>
                  <a:lnTo>
                    <a:pt x="841" y="883"/>
                  </a:lnTo>
                  <a:lnTo>
                    <a:pt x="827" y="884"/>
                  </a:lnTo>
                  <a:lnTo>
                    <a:pt x="816" y="884"/>
                  </a:lnTo>
                  <a:lnTo>
                    <a:pt x="832" y="83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0" name="Freeform 71"/>
            <p:cNvSpPr>
              <a:spLocks noChangeAspect="1"/>
            </p:cNvSpPr>
            <p:nvPr/>
          </p:nvSpPr>
          <p:spPr bwMode="auto">
            <a:xfrm>
              <a:off x="2016125" y="3519488"/>
              <a:ext cx="212725" cy="238125"/>
            </a:xfrm>
            <a:custGeom>
              <a:avLst/>
              <a:gdLst>
                <a:gd name="T0" fmla="*/ 2147483647 w 532"/>
                <a:gd name="T1" fmla="*/ 2147483647 h 678"/>
                <a:gd name="T2" fmla="*/ 2147483647 w 532"/>
                <a:gd name="T3" fmla="*/ 2147483647 h 678"/>
                <a:gd name="T4" fmla="*/ 2147483647 w 532"/>
                <a:gd name="T5" fmla="*/ 2147483647 h 678"/>
                <a:gd name="T6" fmla="*/ 2147483647 w 532"/>
                <a:gd name="T7" fmla="*/ 2147483647 h 678"/>
                <a:gd name="T8" fmla="*/ 2147483647 w 532"/>
                <a:gd name="T9" fmla="*/ 0 h 678"/>
                <a:gd name="T10" fmla="*/ 0 w 532"/>
                <a:gd name="T11" fmla="*/ 2147483647 h 678"/>
                <a:gd name="T12" fmla="*/ 2147483647 w 532"/>
                <a:gd name="T13" fmla="*/ 2147483647 h 678"/>
                <a:gd name="T14" fmla="*/ 2147483647 w 532"/>
                <a:gd name="T15" fmla="*/ 2147483647 h 678"/>
                <a:gd name="T16" fmla="*/ 2147483647 w 532"/>
                <a:gd name="T17" fmla="*/ 2147483647 h 678"/>
                <a:gd name="T18" fmla="*/ 2147483647 w 532"/>
                <a:gd name="T19" fmla="*/ 2147483647 h 678"/>
                <a:gd name="T20" fmla="*/ 2147483647 w 532"/>
                <a:gd name="T21" fmla="*/ 2147483647 h 678"/>
                <a:gd name="T22" fmla="*/ 2147483647 w 532"/>
                <a:gd name="T23" fmla="*/ 2147483647 h 678"/>
                <a:gd name="T24" fmla="*/ 2147483647 w 532"/>
                <a:gd name="T25" fmla="*/ 2147483647 h 6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2"/>
                <a:gd name="T40" fmla="*/ 0 h 678"/>
                <a:gd name="T41" fmla="*/ 532 w 532"/>
                <a:gd name="T42" fmla="*/ 678 h 6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2" h="678">
                  <a:moveTo>
                    <a:pt x="532" y="286"/>
                  </a:moveTo>
                  <a:lnTo>
                    <a:pt x="522" y="277"/>
                  </a:lnTo>
                  <a:lnTo>
                    <a:pt x="426" y="165"/>
                  </a:lnTo>
                  <a:lnTo>
                    <a:pt x="290" y="148"/>
                  </a:lnTo>
                  <a:lnTo>
                    <a:pt x="55" y="0"/>
                  </a:lnTo>
                  <a:lnTo>
                    <a:pt x="0" y="129"/>
                  </a:lnTo>
                  <a:lnTo>
                    <a:pt x="80" y="286"/>
                  </a:lnTo>
                  <a:lnTo>
                    <a:pt x="193" y="351"/>
                  </a:lnTo>
                  <a:lnTo>
                    <a:pt x="222" y="542"/>
                  </a:lnTo>
                  <a:lnTo>
                    <a:pt x="306" y="578"/>
                  </a:lnTo>
                  <a:lnTo>
                    <a:pt x="361" y="678"/>
                  </a:lnTo>
                  <a:lnTo>
                    <a:pt x="500" y="529"/>
                  </a:lnTo>
                  <a:lnTo>
                    <a:pt x="532" y="286"/>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1" name="Freeform 72"/>
            <p:cNvSpPr>
              <a:spLocks noChangeAspect="1"/>
            </p:cNvSpPr>
            <p:nvPr/>
          </p:nvSpPr>
          <p:spPr bwMode="auto">
            <a:xfrm>
              <a:off x="3495675" y="3405188"/>
              <a:ext cx="544513" cy="558800"/>
            </a:xfrm>
            <a:custGeom>
              <a:avLst/>
              <a:gdLst>
                <a:gd name="T0" fmla="*/ 0 w 1378"/>
                <a:gd name="T1" fmla="*/ 2147483647 h 1597"/>
                <a:gd name="T2" fmla="*/ 2147483647 w 1378"/>
                <a:gd name="T3" fmla="*/ 2147483647 h 1597"/>
                <a:gd name="T4" fmla="*/ 2147483647 w 1378"/>
                <a:gd name="T5" fmla="*/ 2147483647 h 1597"/>
                <a:gd name="T6" fmla="*/ 2147483647 w 1378"/>
                <a:gd name="T7" fmla="*/ 2147483647 h 1597"/>
                <a:gd name="T8" fmla="*/ 2147483647 w 1378"/>
                <a:gd name="T9" fmla="*/ 2147483647 h 1597"/>
                <a:gd name="T10" fmla="*/ 2147483647 w 1378"/>
                <a:gd name="T11" fmla="*/ 2147483647 h 1597"/>
                <a:gd name="T12" fmla="*/ 2147483647 w 1378"/>
                <a:gd name="T13" fmla="*/ 2147483647 h 1597"/>
                <a:gd name="T14" fmla="*/ 2147483647 w 1378"/>
                <a:gd name="T15" fmla="*/ 2147483647 h 1597"/>
                <a:gd name="T16" fmla="*/ 2147483647 w 1378"/>
                <a:gd name="T17" fmla="*/ 2147483647 h 1597"/>
                <a:gd name="T18" fmla="*/ 2147483647 w 1378"/>
                <a:gd name="T19" fmla="*/ 2147483647 h 1597"/>
                <a:gd name="T20" fmla="*/ 2147483647 w 1378"/>
                <a:gd name="T21" fmla="*/ 2147483647 h 1597"/>
                <a:gd name="T22" fmla="*/ 2147483647 w 1378"/>
                <a:gd name="T23" fmla="*/ 2147483647 h 1597"/>
                <a:gd name="T24" fmla="*/ 2147483647 w 1378"/>
                <a:gd name="T25" fmla="*/ 2147483647 h 1597"/>
                <a:gd name="T26" fmla="*/ 2147483647 w 1378"/>
                <a:gd name="T27" fmla="*/ 2147483647 h 1597"/>
                <a:gd name="T28" fmla="*/ 2147483647 w 1378"/>
                <a:gd name="T29" fmla="*/ 2147483647 h 1597"/>
                <a:gd name="T30" fmla="*/ 2147483647 w 1378"/>
                <a:gd name="T31" fmla="*/ 2147483647 h 1597"/>
                <a:gd name="T32" fmla="*/ 2147483647 w 1378"/>
                <a:gd name="T33" fmla="*/ 2147483647 h 1597"/>
                <a:gd name="T34" fmla="*/ 2147483647 w 1378"/>
                <a:gd name="T35" fmla="*/ 0 h 1597"/>
                <a:gd name="T36" fmla="*/ 2147483647 w 1378"/>
                <a:gd name="T37" fmla="*/ 2147483647 h 1597"/>
                <a:gd name="T38" fmla="*/ 2147483647 w 1378"/>
                <a:gd name="T39" fmla="*/ 2147483647 h 1597"/>
                <a:gd name="T40" fmla="*/ 2147483647 w 1378"/>
                <a:gd name="T41" fmla="*/ 2147483647 h 1597"/>
                <a:gd name="T42" fmla="*/ 2147483647 w 1378"/>
                <a:gd name="T43" fmla="*/ 2147483647 h 1597"/>
                <a:gd name="T44" fmla="*/ 2147483647 w 1378"/>
                <a:gd name="T45" fmla="*/ 2147483647 h 1597"/>
                <a:gd name="T46" fmla="*/ 2147483647 w 1378"/>
                <a:gd name="T47" fmla="*/ 2147483647 h 1597"/>
                <a:gd name="T48" fmla="*/ 2147483647 w 1378"/>
                <a:gd name="T49" fmla="*/ 2147483647 h 1597"/>
                <a:gd name="T50" fmla="*/ 2147483647 w 1378"/>
                <a:gd name="T51" fmla="*/ 2147483647 h 1597"/>
                <a:gd name="T52" fmla="*/ 2147483647 w 1378"/>
                <a:gd name="T53" fmla="*/ 2147483647 h 1597"/>
                <a:gd name="T54" fmla="*/ 2147483647 w 1378"/>
                <a:gd name="T55" fmla="*/ 2147483647 h 1597"/>
                <a:gd name="T56" fmla="*/ 2147483647 w 1378"/>
                <a:gd name="T57" fmla="*/ 2147483647 h 1597"/>
                <a:gd name="T58" fmla="*/ 2147483647 w 1378"/>
                <a:gd name="T59" fmla="*/ 2147483647 h 1597"/>
                <a:gd name="T60" fmla="*/ 2147483647 w 1378"/>
                <a:gd name="T61" fmla="*/ 2147483647 h 1597"/>
                <a:gd name="T62" fmla="*/ 2147483647 w 1378"/>
                <a:gd name="T63" fmla="*/ 2147483647 h 1597"/>
                <a:gd name="T64" fmla="*/ 2147483647 w 1378"/>
                <a:gd name="T65" fmla="*/ 2147483647 h 1597"/>
                <a:gd name="T66" fmla="*/ 2147483647 w 1378"/>
                <a:gd name="T67" fmla="*/ 2147483647 h 1597"/>
                <a:gd name="T68" fmla="*/ 2147483647 w 1378"/>
                <a:gd name="T69" fmla="*/ 2147483647 h 1597"/>
                <a:gd name="T70" fmla="*/ 2147483647 w 1378"/>
                <a:gd name="T71" fmla="*/ 2147483647 h 1597"/>
                <a:gd name="T72" fmla="*/ 2147483647 w 1378"/>
                <a:gd name="T73" fmla="*/ 2147483647 h 1597"/>
                <a:gd name="T74" fmla="*/ 2147483647 w 1378"/>
                <a:gd name="T75" fmla="*/ 2147483647 h 1597"/>
                <a:gd name="T76" fmla="*/ 2147483647 w 1378"/>
                <a:gd name="T77" fmla="*/ 2147483647 h 1597"/>
                <a:gd name="T78" fmla="*/ 2147483647 w 1378"/>
                <a:gd name="T79" fmla="*/ 2147483647 h 1597"/>
                <a:gd name="T80" fmla="*/ 2147483647 w 1378"/>
                <a:gd name="T81" fmla="*/ 2147483647 h 1597"/>
                <a:gd name="T82" fmla="*/ 0 w 1378"/>
                <a:gd name="T83" fmla="*/ 2147483647 h 159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78"/>
                <a:gd name="T127" fmla="*/ 0 h 1597"/>
                <a:gd name="T128" fmla="*/ 1378 w 1378"/>
                <a:gd name="T129" fmla="*/ 1597 h 159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78" h="1597">
                  <a:moveTo>
                    <a:pt x="0" y="1242"/>
                  </a:moveTo>
                  <a:lnTo>
                    <a:pt x="87" y="1087"/>
                  </a:lnTo>
                  <a:lnTo>
                    <a:pt x="201" y="1081"/>
                  </a:lnTo>
                  <a:lnTo>
                    <a:pt x="233" y="984"/>
                  </a:lnTo>
                  <a:lnTo>
                    <a:pt x="288" y="958"/>
                  </a:lnTo>
                  <a:lnTo>
                    <a:pt x="378" y="968"/>
                  </a:lnTo>
                  <a:lnTo>
                    <a:pt x="401" y="877"/>
                  </a:lnTo>
                  <a:lnTo>
                    <a:pt x="539" y="839"/>
                  </a:lnTo>
                  <a:lnTo>
                    <a:pt x="572" y="775"/>
                  </a:lnTo>
                  <a:lnTo>
                    <a:pt x="513" y="743"/>
                  </a:lnTo>
                  <a:lnTo>
                    <a:pt x="545" y="700"/>
                  </a:lnTo>
                  <a:lnTo>
                    <a:pt x="545" y="612"/>
                  </a:lnTo>
                  <a:lnTo>
                    <a:pt x="498" y="548"/>
                  </a:lnTo>
                  <a:lnTo>
                    <a:pt x="530" y="497"/>
                  </a:lnTo>
                  <a:lnTo>
                    <a:pt x="643" y="432"/>
                  </a:lnTo>
                  <a:lnTo>
                    <a:pt x="814" y="296"/>
                  </a:lnTo>
                  <a:lnTo>
                    <a:pt x="836" y="103"/>
                  </a:lnTo>
                  <a:lnTo>
                    <a:pt x="956" y="0"/>
                  </a:lnTo>
                  <a:lnTo>
                    <a:pt x="992" y="71"/>
                  </a:lnTo>
                  <a:lnTo>
                    <a:pt x="1126" y="200"/>
                  </a:lnTo>
                  <a:lnTo>
                    <a:pt x="1191" y="393"/>
                  </a:lnTo>
                  <a:lnTo>
                    <a:pt x="1168" y="597"/>
                  </a:lnTo>
                  <a:lnTo>
                    <a:pt x="1217" y="716"/>
                  </a:lnTo>
                  <a:lnTo>
                    <a:pt x="1191" y="839"/>
                  </a:lnTo>
                  <a:lnTo>
                    <a:pt x="1330" y="968"/>
                  </a:lnTo>
                  <a:lnTo>
                    <a:pt x="1376" y="1168"/>
                  </a:lnTo>
                  <a:lnTo>
                    <a:pt x="1378" y="1184"/>
                  </a:lnTo>
                  <a:lnTo>
                    <a:pt x="1289" y="1330"/>
                  </a:lnTo>
                  <a:lnTo>
                    <a:pt x="1185" y="1322"/>
                  </a:lnTo>
                  <a:lnTo>
                    <a:pt x="1120" y="1581"/>
                  </a:lnTo>
                  <a:lnTo>
                    <a:pt x="1104" y="1574"/>
                  </a:lnTo>
                  <a:lnTo>
                    <a:pt x="1046" y="1555"/>
                  </a:lnTo>
                  <a:lnTo>
                    <a:pt x="927" y="1597"/>
                  </a:lnTo>
                  <a:lnTo>
                    <a:pt x="782" y="1491"/>
                  </a:lnTo>
                  <a:lnTo>
                    <a:pt x="717" y="1500"/>
                  </a:lnTo>
                  <a:lnTo>
                    <a:pt x="640" y="1561"/>
                  </a:lnTo>
                  <a:lnTo>
                    <a:pt x="545" y="1458"/>
                  </a:lnTo>
                  <a:lnTo>
                    <a:pt x="417" y="1458"/>
                  </a:lnTo>
                  <a:lnTo>
                    <a:pt x="288" y="1330"/>
                  </a:lnTo>
                  <a:lnTo>
                    <a:pt x="250" y="1377"/>
                  </a:lnTo>
                  <a:lnTo>
                    <a:pt x="62" y="1322"/>
                  </a:lnTo>
                  <a:lnTo>
                    <a:pt x="0" y="124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2" name="Freeform 73"/>
            <p:cNvSpPr>
              <a:spLocks noChangeAspect="1"/>
            </p:cNvSpPr>
            <p:nvPr/>
          </p:nvSpPr>
          <p:spPr bwMode="auto">
            <a:xfrm>
              <a:off x="3446463" y="3340100"/>
              <a:ext cx="165100" cy="236538"/>
            </a:xfrm>
            <a:custGeom>
              <a:avLst/>
              <a:gdLst>
                <a:gd name="T0" fmla="*/ 0 w 419"/>
                <a:gd name="T1" fmla="*/ 2147483647 h 678"/>
                <a:gd name="T2" fmla="*/ 2147483647 w 419"/>
                <a:gd name="T3" fmla="*/ 2147483647 h 678"/>
                <a:gd name="T4" fmla="*/ 2147483647 w 419"/>
                <a:gd name="T5" fmla="*/ 2147483647 h 678"/>
                <a:gd name="T6" fmla="*/ 2147483647 w 419"/>
                <a:gd name="T7" fmla="*/ 2147483647 h 678"/>
                <a:gd name="T8" fmla="*/ 2147483647 w 419"/>
                <a:gd name="T9" fmla="*/ 2147483647 h 678"/>
                <a:gd name="T10" fmla="*/ 2147483647 w 419"/>
                <a:gd name="T11" fmla="*/ 0 h 678"/>
                <a:gd name="T12" fmla="*/ 2147483647 w 419"/>
                <a:gd name="T13" fmla="*/ 2147483647 h 678"/>
                <a:gd name="T14" fmla="*/ 2147483647 w 419"/>
                <a:gd name="T15" fmla="*/ 2147483647 h 678"/>
                <a:gd name="T16" fmla="*/ 2147483647 w 419"/>
                <a:gd name="T17" fmla="*/ 2147483647 h 678"/>
                <a:gd name="T18" fmla="*/ 2147483647 w 419"/>
                <a:gd name="T19" fmla="*/ 2147483647 h 678"/>
                <a:gd name="T20" fmla="*/ 0 w 419"/>
                <a:gd name="T21" fmla="*/ 2147483647 h 6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678"/>
                <a:gd name="T35" fmla="*/ 419 w 419"/>
                <a:gd name="T36" fmla="*/ 678 h 6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678">
                  <a:moveTo>
                    <a:pt x="0" y="646"/>
                  </a:moveTo>
                  <a:lnTo>
                    <a:pt x="193" y="678"/>
                  </a:lnTo>
                  <a:lnTo>
                    <a:pt x="289" y="678"/>
                  </a:lnTo>
                  <a:lnTo>
                    <a:pt x="419" y="167"/>
                  </a:lnTo>
                  <a:lnTo>
                    <a:pt x="235" y="97"/>
                  </a:lnTo>
                  <a:lnTo>
                    <a:pt x="202" y="0"/>
                  </a:lnTo>
                  <a:lnTo>
                    <a:pt x="16" y="6"/>
                  </a:lnTo>
                  <a:lnTo>
                    <a:pt x="27" y="199"/>
                  </a:lnTo>
                  <a:lnTo>
                    <a:pt x="155" y="264"/>
                  </a:lnTo>
                  <a:lnTo>
                    <a:pt x="32" y="394"/>
                  </a:lnTo>
                  <a:lnTo>
                    <a:pt x="0" y="646"/>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3" name="Freeform 74"/>
            <p:cNvSpPr>
              <a:spLocks noChangeAspect="1"/>
            </p:cNvSpPr>
            <p:nvPr/>
          </p:nvSpPr>
          <p:spPr bwMode="auto">
            <a:xfrm>
              <a:off x="7786688" y="1716088"/>
              <a:ext cx="995362" cy="1123950"/>
            </a:xfrm>
            <a:custGeom>
              <a:avLst/>
              <a:gdLst>
                <a:gd name="T0" fmla="*/ 2147483647 w 2500"/>
                <a:gd name="T1" fmla="*/ 2147483647 h 3204"/>
                <a:gd name="T2" fmla="*/ 2147483647 w 2500"/>
                <a:gd name="T3" fmla="*/ 2147483647 h 3204"/>
                <a:gd name="T4" fmla="*/ 2147483647 w 2500"/>
                <a:gd name="T5" fmla="*/ 2147483647 h 3204"/>
                <a:gd name="T6" fmla="*/ 2147483647 w 2500"/>
                <a:gd name="T7" fmla="*/ 2147483647 h 3204"/>
                <a:gd name="T8" fmla="*/ 2147483647 w 2500"/>
                <a:gd name="T9" fmla="*/ 2147483647 h 3204"/>
                <a:gd name="T10" fmla="*/ 2147483647 w 2500"/>
                <a:gd name="T11" fmla="*/ 2147483647 h 3204"/>
                <a:gd name="T12" fmla="*/ 2147483647 w 2500"/>
                <a:gd name="T13" fmla="*/ 2147483647 h 3204"/>
                <a:gd name="T14" fmla="*/ 2147483647 w 2500"/>
                <a:gd name="T15" fmla="*/ 2147483647 h 3204"/>
                <a:gd name="T16" fmla="*/ 2147483647 w 2500"/>
                <a:gd name="T17" fmla="*/ 2147483647 h 3204"/>
                <a:gd name="T18" fmla="*/ 0 w 2500"/>
                <a:gd name="T19" fmla="*/ 2147483647 h 3204"/>
                <a:gd name="T20" fmla="*/ 2147483647 w 2500"/>
                <a:gd name="T21" fmla="*/ 2147483647 h 3204"/>
                <a:gd name="T22" fmla="*/ 2147483647 w 2500"/>
                <a:gd name="T23" fmla="*/ 2147483647 h 3204"/>
                <a:gd name="T24" fmla="*/ 2147483647 w 2500"/>
                <a:gd name="T25" fmla="*/ 2147483647 h 3204"/>
                <a:gd name="T26" fmla="*/ 2147483647 w 2500"/>
                <a:gd name="T27" fmla="*/ 2147483647 h 3204"/>
                <a:gd name="T28" fmla="*/ 2147483647 w 2500"/>
                <a:gd name="T29" fmla="*/ 2147483647 h 3204"/>
                <a:gd name="T30" fmla="*/ 2147483647 w 2500"/>
                <a:gd name="T31" fmla="*/ 2147483647 h 3204"/>
                <a:gd name="T32" fmla="*/ 2147483647 w 2500"/>
                <a:gd name="T33" fmla="*/ 2147483647 h 3204"/>
                <a:gd name="T34" fmla="*/ 2147483647 w 2500"/>
                <a:gd name="T35" fmla="*/ 2147483647 h 3204"/>
                <a:gd name="T36" fmla="*/ 2147483647 w 2500"/>
                <a:gd name="T37" fmla="*/ 2147483647 h 3204"/>
                <a:gd name="T38" fmla="*/ 2147483647 w 2500"/>
                <a:gd name="T39" fmla="*/ 2147483647 h 3204"/>
                <a:gd name="T40" fmla="*/ 2147483647 w 2500"/>
                <a:gd name="T41" fmla="*/ 2147483647 h 3204"/>
                <a:gd name="T42" fmla="*/ 2147483647 w 2500"/>
                <a:gd name="T43" fmla="*/ 2147483647 h 3204"/>
                <a:gd name="T44" fmla="*/ 2147483647 w 2500"/>
                <a:gd name="T45" fmla="*/ 2147483647 h 3204"/>
                <a:gd name="T46" fmla="*/ 2147483647 w 2500"/>
                <a:gd name="T47" fmla="*/ 0 h 3204"/>
                <a:gd name="T48" fmla="*/ 2147483647 w 2500"/>
                <a:gd name="T49" fmla="*/ 2147483647 h 3204"/>
                <a:gd name="T50" fmla="*/ 2147483647 w 2500"/>
                <a:gd name="T51" fmla="*/ 2147483647 h 3204"/>
                <a:gd name="T52" fmla="*/ 2147483647 w 2500"/>
                <a:gd name="T53" fmla="*/ 2147483647 h 3204"/>
                <a:gd name="T54" fmla="*/ 2147483647 w 2500"/>
                <a:gd name="T55" fmla="*/ 2147483647 h 3204"/>
                <a:gd name="T56" fmla="*/ 2147483647 w 2500"/>
                <a:gd name="T57" fmla="*/ 2147483647 h 3204"/>
                <a:gd name="T58" fmla="*/ 2147483647 w 2500"/>
                <a:gd name="T59" fmla="*/ 2147483647 h 3204"/>
                <a:gd name="T60" fmla="*/ 2147483647 w 2500"/>
                <a:gd name="T61" fmla="*/ 2147483647 h 3204"/>
                <a:gd name="T62" fmla="*/ 2147483647 w 2500"/>
                <a:gd name="T63" fmla="*/ 2147483647 h 3204"/>
                <a:gd name="T64" fmla="*/ 2147483647 w 2500"/>
                <a:gd name="T65" fmla="*/ 2147483647 h 3204"/>
                <a:gd name="T66" fmla="*/ 2147483647 w 2500"/>
                <a:gd name="T67" fmla="*/ 2147483647 h 3204"/>
                <a:gd name="T68" fmla="*/ 2147483647 w 2500"/>
                <a:gd name="T69" fmla="*/ 2147483647 h 3204"/>
                <a:gd name="T70" fmla="*/ 2147483647 w 2500"/>
                <a:gd name="T71" fmla="*/ 2147483647 h 3204"/>
                <a:gd name="T72" fmla="*/ 2147483647 w 2500"/>
                <a:gd name="T73" fmla="*/ 2147483647 h 3204"/>
                <a:gd name="T74" fmla="*/ 2147483647 w 2500"/>
                <a:gd name="T75" fmla="*/ 2147483647 h 3204"/>
                <a:gd name="T76" fmla="*/ 2147483647 w 2500"/>
                <a:gd name="T77" fmla="*/ 2147483647 h 3204"/>
                <a:gd name="T78" fmla="*/ 2147483647 w 2500"/>
                <a:gd name="T79" fmla="*/ 2147483647 h 3204"/>
                <a:gd name="T80" fmla="*/ 2147483647 w 2500"/>
                <a:gd name="T81" fmla="*/ 2147483647 h 3204"/>
                <a:gd name="T82" fmla="*/ 2147483647 w 2500"/>
                <a:gd name="T83" fmla="*/ 2147483647 h 3204"/>
                <a:gd name="T84" fmla="*/ 2147483647 w 2500"/>
                <a:gd name="T85" fmla="*/ 2147483647 h 3204"/>
                <a:gd name="T86" fmla="*/ 2147483647 w 2500"/>
                <a:gd name="T87" fmla="*/ 2147483647 h 3204"/>
                <a:gd name="T88" fmla="*/ 2147483647 w 2500"/>
                <a:gd name="T89" fmla="*/ 2147483647 h 3204"/>
                <a:gd name="T90" fmla="*/ 2147483647 w 2500"/>
                <a:gd name="T91" fmla="*/ 2147483647 h 3204"/>
                <a:gd name="T92" fmla="*/ 2147483647 w 2500"/>
                <a:gd name="T93" fmla="*/ 2147483647 h 3204"/>
                <a:gd name="T94" fmla="*/ 2147483647 w 2500"/>
                <a:gd name="T95" fmla="*/ 2147483647 h 3204"/>
                <a:gd name="T96" fmla="*/ 2147483647 w 2500"/>
                <a:gd name="T97" fmla="*/ 2147483647 h 3204"/>
                <a:gd name="T98" fmla="*/ 2147483647 w 2500"/>
                <a:gd name="T99" fmla="*/ 2147483647 h 3204"/>
                <a:gd name="T100" fmla="*/ 2147483647 w 2500"/>
                <a:gd name="T101" fmla="*/ 2147483647 h 3204"/>
                <a:gd name="T102" fmla="*/ 2147483647 w 2500"/>
                <a:gd name="T103" fmla="*/ 2147483647 h 3204"/>
                <a:gd name="T104" fmla="*/ 2147483647 w 2500"/>
                <a:gd name="T105" fmla="*/ 2147483647 h 3204"/>
                <a:gd name="T106" fmla="*/ 2147483647 w 2500"/>
                <a:gd name="T107" fmla="*/ 2147483647 h 3204"/>
                <a:gd name="T108" fmla="*/ 2147483647 w 2500"/>
                <a:gd name="T109" fmla="*/ 2147483647 h 3204"/>
                <a:gd name="T110" fmla="*/ 2147483647 w 2500"/>
                <a:gd name="T111" fmla="*/ 2147483647 h 3204"/>
                <a:gd name="T112" fmla="*/ 2147483647 w 2500"/>
                <a:gd name="T113" fmla="*/ 2147483647 h 3204"/>
                <a:gd name="T114" fmla="*/ 2147483647 w 2500"/>
                <a:gd name="T115" fmla="*/ 2147483647 h 3204"/>
                <a:gd name="T116" fmla="*/ 2147483647 w 2500"/>
                <a:gd name="T117" fmla="*/ 2147483647 h 3204"/>
                <a:gd name="T118" fmla="*/ 2147483647 w 2500"/>
                <a:gd name="T119" fmla="*/ 2147483647 h 3204"/>
                <a:gd name="T120" fmla="*/ 2147483647 w 2500"/>
                <a:gd name="T121" fmla="*/ 2147483647 h 320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500"/>
                <a:gd name="T184" fmla="*/ 0 h 3204"/>
                <a:gd name="T185" fmla="*/ 2500 w 2500"/>
                <a:gd name="T186" fmla="*/ 3204 h 320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500" h="3204">
                  <a:moveTo>
                    <a:pt x="516" y="3143"/>
                  </a:moveTo>
                  <a:lnTo>
                    <a:pt x="418" y="3050"/>
                  </a:lnTo>
                  <a:lnTo>
                    <a:pt x="376" y="3065"/>
                  </a:lnTo>
                  <a:lnTo>
                    <a:pt x="209" y="3065"/>
                  </a:lnTo>
                  <a:lnTo>
                    <a:pt x="102" y="2898"/>
                  </a:lnTo>
                  <a:lnTo>
                    <a:pt x="151" y="2800"/>
                  </a:lnTo>
                  <a:lnTo>
                    <a:pt x="280" y="2527"/>
                  </a:lnTo>
                  <a:lnTo>
                    <a:pt x="128" y="2397"/>
                  </a:lnTo>
                  <a:lnTo>
                    <a:pt x="22" y="2355"/>
                  </a:lnTo>
                  <a:lnTo>
                    <a:pt x="0" y="2243"/>
                  </a:lnTo>
                  <a:lnTo>
                    <a:pt x="177" y="2033"/>
                  </a:lnTo>
                  <a:lnTo>
                    <a:pt x="225" y="1904"/>
                  </a:lnTo>
                  <a:lnTo>
                    <a:pt x="435" y="1872"/>
                  </a:lnTo>
                  <a:lnTo>
                    <a:pt x="532" y="1710"/>
                  </a:lnTo>
                  <a:lnTo>
                    <a:pt x="338" y="1662"/>
                  </a:lnTo>
                  <a:lnTo>
                    <a:pt x="225" y="1549"/>
                  </a:lnTo>
                  <a:lnTo>
                    <a:pt x="450" y="1306"/>
                  </a:lnTo>
                  <a:lnTo>
                    <a:pt x="450" y="1113"/>
                  </a:lnTo>
                  <a:lnTo>
                    <a:pt x="967" y="759"/>
                  </a:lnTo>
                  <a:lnTo>
                    <a:pt x="1290" y="484"/>
                  </a:lnTo>
                  <a:lnTo>
                    <a:pt x="1612" y="468"/>
                  </a:lnTo>
                  <a:lnTo>
                    <a:pt x="1629" y="354"/>
                  </a:lnTo>
                  <a:lnTo>
                    <a:pt x="1499" y="354"/>
                  </a:lnTo>
                  <a:lnTo>
                    <a:pt x="1790" y="0"/>
                  </a:lnTo>
                  <a:lnTo>
                    <a:pt x="1968" y="210"/>
                  </a:lnTo>
                  <a:lnTo>
                    <a:pt x="1887" y="307"/>
                  </a:lnTo>
                  <a:lnTo>
                    <a:pt x="2048" y="307"/>
                  </a:lnTo>
                  <a:lnTo>
                    <a:pt x="2064" y="371"/>
                  </a:lnTo>
                  <a:lnTo>
                    <a:pt x="2273" y="371"/>
                  </a:lnTo>
                  <a:lnTo>
                    <a:pt x="2064" y="613"/>
                  </a:lnTo>
                  <a:lnTo>
                    <a:pt x="2015" y="710"/>
                  </a:lnTo>
                  <a:lnTo>
                    <a:pt x="1854" y="710"/>
                  </a:lnTo>
                  <a:lnTo>
                    <a:pt x="1773" y="968"/>
                  </a:lnTo>
                  <a:lnTo>
                    <a:pt x="1563" y="952"/>
                  </a:lnTo>
                  <a:lnTo>
                    <a:pt x="1563" y="1064"/>
                  </a:lnTo>
                  <a:lnTo>
                    <a:pt x="1773" y="1113"/>
                  </a:lnTo>
                  <a:lnTo>
                    <a:pt x="1870" y="1259"/>
                  </a:lnTo>
                  <a:lnTo>
                    <a:pt x="1741" y="1549"/>
                  </a:lnTo>
                  <a:lnTo>
                    <a:pt x="1805" y="1630"/>
                  </a:lnTo>
                  <a:lnTo>
                    <a:pt x="2000" y="1403"/>
                  </a:lnTo>
                  <a:lnTo>
                    <a:pt x="2176" y="1468"/>
                  </a:lnTo>
                  <a:lnTo>
                    <a:pt x="2339" y="1371"/>
                  </a:lnTo>
                  <a:lnTo>
                    <a:pt x="2483" y="1388"/>
                  </a:lnTo>
                  <a:lnTo>
                    <a:pt x="2500" y="1516"/>
                  </a:lnTo>
                  <a:lnTo>
                    <a:pt x="2419" y="1630"/>
                  </a:lnTo>
                  <a:lnTo>
                    <a:pt x="2422" y="2029"/>
                  </a:lnTo>
                  <a:lnTo>
                    <a:pt x="2263" y="2107"/>
                  </a:lnTo>
                  <a:lnTo>
                    <a:pt x="2135" y="2510"/>
                  </a:lnTo>
                  <a:lnTo>
                    <a:pt x="1983" y="2527"/>
                  </a:lnTo>
                  <a:lnTo>
                    <a:pt x="1845" y="2614"/>
                  </a:lnTo>
                  <a:lnTo>
                    <a:pt x="1780" y="2429"/>
                  </a:lnTo>
                  <a:lnTo>
                    <a:pt x="1603" y="2469"/>
                  </a:lnTo>
                  <a:lnTo>
                    <a:pt x="1506" y="2548"/>
                  </a:lnTo>
                  <a:lnTo>
                    <a:pt x="1279" y="2720"/>
                  </a:lnTo>
                  <a:lnTo>
                    <a:pt x="1232" y="2823"/>
                  </a:lnTo>
                  <a:lnTo>
                    <a:pt x="1128" y="2887"/>
                  </a:lnTo>
                  <a:lnTo>
                    <a:pt x="1177" y="2988"/>
                  </a:lnTo>
                  <a:lnTo>
                    <a:pt x="1086" y="3082"/>
                  </a:lnTo>
                  <a:lnTo>
                    <a:pt x="851" y="3146"/>
                  </a:lnTo>
                  <a:lnTo>
                    <a:pt x="738" y="3204"/>
                  </a:lnTo>
                  <a:lnTo>
                    <a:pt x="516" y="314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4" name="Freeform 75"/>
            <p:cNvSpPr>
              <a:spLocks noChangeAspect="1"/>
            </p:cNvSpPr>
            <p:nvPr/>
          </p:nvSpPr>
          <p:spPr bwMode="auto">
            <a:xfrm>
              <a:off x="8143875" y="1843088"/>
              <a:ext cx="676275" cy="1073150"/>
            </a:xfrm>
            <a:custGeom>
              <a:avLst/>
              <a:gdLst>
                <a:gd name="T0" fmla="*/ 2147483647 w 1696"/>
                <a:gd name="T1" fmla="*/ 2147483647 h 3060"/>
                <a:gd name="T2" fmla="*/ 2147483647 w 1696"/>
                <a:gd name="T3" fmla="*/ 2147483647 h 3060"/>
                <a:gd name="T4" fmla="*/ 2147483647 w 1696"/>
                <a:gd name="T5" fmla="*/ 2147483647 h 3060"/>
                <a:gd name="T6" fmla="*/ 2147483647 w 1696"/>
                <a:gd name="T7" fmla="*/ 2147483647 h 3060"/>
                <a:gd name="T8" fmla="*/ 2147483647 w 1696"/>
                <a:gd name="T9" fmla="*/ 2147483647 h 3060"/>
                <a:gd name="T10" fmla="*/ 2147483647 w 1696"/>
                <a:gd name="T11" fmla="*/ 2147483647 h 3060"/>
                <a:gd name="T12" fmla="*/ 2147483647 w 1696"/>
                <a:gd name="T13" fmla="*/ 2147483647 h 3060"/>
                <a:gd name="T14" fmla="*/ 2147483647 w 1696"/>
                <a:gd name="T15" fmla="*/ 2147483647 h 3060"/>
                <a:gd name="T16" fmla="*/ 2147483647 w 1696"/>
                <a:gd name="T17" fmla="*/ 2147483647 h 3060"/>
                <a:gd name="T18" fmla="*/ 2147483647 w 1696"/>
                <a:gd name="T19" fmla="*/ 2147483647 h 3060"/>
                <a:gd name="T20" fmla="*/ 2147483647 w 1696"/>
                <a:gd name="T21" fmla="*/ 2147483647 h 3060"/>
                <a:gd name="T22" fmla="*/ 2147483647 w 1696"/>
                <a:gd name="T23" fmla="*/ 2147483647 h 3060"/>
                <a:gd name="T24" fmla="*/ 2147483647 w 1696"/>
                <a:gd name="T25" fmla="*/ 2147483647 h 3060"/>
                <a:gd name="T26" fmla="*/ 2147483647 w 1696"/>
                <a:gd name="T27" fmla="*/ 2147483647 h 3060"/>
                <a:gd name="T28" fmla="*/ 2147483647 w 1696"/>
                <a:gd name="T29" fmla="*/ 2147483647 h 3060"/>
                <a:gd name="T30" fmla="*/ 2147483647 w 1696"/>
                <a:gd name="T31" fmla="*/ 2147483647 h 3060"/>
                <a:gd name="T32" fmla="*/ 2147483647 w 1696"/>
                <a:gd name="T33" fmla="*/ 2147483647 h 3060"/>
                <a:gd name="T34" fmla="*/ 0 w 1696"/>
                <a:gd name="T35" fmla="*/ 2147483647 h 3060"/>
                <a:gd name="T36" fmla="*/ 2147483647 w 1696"/>
                <a:gd name="T37" fmla="*/ 2147483647 h 3060"/>
                <a:gd name="T38" fmla="*/ 2147483647 w 1696"/>
                <a:gd name="T39" fmla="*/ 2147483647 h 3060"/>
                <a:gd name="T40" fmla="*/ 2147483647 w 1696"/>
                <a:gd name="T41" fmla="*/ 2147483647 h 3060"/>
                <a:gd name="T42" fmla="*/ 2147483647 w 1696"/>
                <a:gd name="T43" fmla="*/ 2147483647 h 3060"/>
                <a:gd name="T44" fmla="*/ 2147483647 w 1696"/>
                <a:gd name="T45" fmla="*/ 2147483647 h 3060"/>
                <a:gd name="T46" fmla="*/ 2147483647 w 1696"/>
                <a:gd name="T47" fmla="*/ 2147483647 h 3060"/>
                <a:gd name="T48" fmla="*/ 2147483647 w 1696"/>
                <a:gd name="T49" fmla="*/ 2147483647 h 3060"/>
                <a:gd name="T50" fmla="*/ 2147483647 w 1696"/>
                <a:gd name="T51" fmla="*/ 2147483647 h 3060"/>
                <a:gd name="T52" fmla="*/ 2147483647 w 1696"/>
                <a:gd name="T53" fmla="*/ 2147483647 h 3060"/>
                <a:gd name="T54" fmla="*/ 2147483647 w 1696"/>
                <a:gd name="T55" fmla="*/ 0 h 3060"/>
                <a:gd name="T56" fmla="*/ 2147483647 w 1696"/>
                <a:gd name="T57" fmla="*/ 2147483647 h 3060"/>
                <a:gd name="T58" fmla="*/ 2147483647 w 1696"/>
                <a:gd name="T59" fmla="*/ 2147483647 h 3060"/>
                <a:gd name="T60" fmla="*/ 2147483647 w 1696"/>
                <a:gd name="T61" fmla="*/ 2147483647 h 3060"/>
                <a:gd name="T62" fmla="*/ 2147483647 w 1696"/>
                <a:gd name="T63" fmla="*/ 2147483647 h 3060"/>
                <a:gd name="T64" fmla="*/ 2147483647 w 1696"/>
                <a:gd name="T65" fmla="*/ 2147483647 h 3060"/>
                <a:gd name="T66" fmla="*/ 2147483647 w 1696"/>
                <a:gd name="T67" fmla="*/ 2147483647 h 3060"/>
                <a:gd name="T68" fmla="*/ 2147483647 w 1696"/>
                <a:gd name="T69" fmla="*/ 2147483647 h 3060"/>
                <a:gd name="T70" fmla="*/ 2147483647 w 1696"/>
                <a:gd name="T71" fmla="*/ 2147483647 h 3060"/>
                <a:gd name="T72" fmla="*/ 2147483647 w 1696"/>
                <a:gd name="T73" fmla="*/ 2147483647 h 3060"/>
                <a:gd name="T74" fmla="*/ 2147483647 w 1696"/>
                <a:gd name="T75" fmla="*/ 2147483647 h 3060"/>
                <a:gd name="T76" fmla="*/ 2147483647 w 1696"/>
                <a:gd name="T77" fmla="*/ 2147483647 h 3060"/>
                <a:gd name="T78" fmla="*/ 2147483647 w 1696"/>
                <a:gd name="T79" fmla="*/ 2147483647 h 3060"/>
                <a:gd name="T80" fmla="*/ 2147483647 w 1696"/>
                <a:gd name="T81" fmla="*/ 2147483647 h 3060"/>
                <a:gd name="T82" fmla="*/ 2147483647 w 1696"/>
                <a:gd name="T83" fmla="*/ 2147483647 h 3060"/>
                <a:gd name="T84" fmla="*/ 2147483647 w 1696"/>
                <a:gd name="T85" fmla="*/ 2147483647 h 3060"/>
                <a:gd name="T86" fmla="*/ 2147483647 w 1696"/>
                <a:gd name="T87" fmla="*/ 2147483647 h 3060"/>
                <a:gd name="T88" fmla="*/ 2147483647 w 1696"/>
                <a:gd name="T89" fmla="*/ 2147483647 h 3060"/>
                <a:gd name="T90" fmla="*/ 2147483647 w 1696"/>
                <a:gd name="T91" fmla="*/ 2147483647 h 3060"/>
                <a:gd name="T92" fmla="*/ 2147483647 w 1696"/>
                <a:gd name="T93" fmla="*/ 2147483647 h 306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696"/>
                <a:gd name="T142" fmla="*/ 0 h 3060"/>
                <a:gd name="T143" fmla="*/ 1696 w 1696"/>
                <a:gd name="T144" fmla="*/ 3060 h 306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696" h="3060">
                  <a:moveTo>
                    <a:pt x="1497" y="3060"/>
                  </a:moveTo>
                  <a:lnTo>
                    <a:pt x="1307" y="2779"/>
                  </a:lnTo>
                  <a:lnTo>
                    <a:pt x="1194" y="2666"/>
                  </a:lnTo>
                  <a:lnTo>
                    <a:pt x="1211" y="2343"/>
                  </a:lnTo>
                  <a:lnTo>
                    <a:pt x="1016" y="1795"/>
                  </a:lnTo>
                  <a:lnTo>
                    <a:pt x="984" y="1407"/>
                  </a:lnTo>
                  <a:lnTo>
                    <a:pt x="694" y="1182"/>
                  </a:lnTo>
                  <a:lnTo>
                    <a:pt x="662" y="1036"/>
                  </a:lnTo>
                  <a:lnTo>
                    <a:pt x="516" y="1085"/>
                  </a:lnTo>
                  <a:lnTo>
                    <a:pt x="533" y="1246"/>
                  </a:lnTo>
                  <a:lnTo>
                    <a:pt x="549" y="1262"/>
                  </a:lnTo>
                  <a:lnTo>
                    <a:pt x="435" y="1272"/>
                  </a:lnTo>
                  <a:lnTo>
                    <a:pt x="339" y="1191"/>
                  </a:lnTo>
                  <a:lnTo>
                    <a:pt x="249" y="1085"/>
                  </a:lnTo>
                  <a:lnTo>
                    <a:pt x="168" y="1068"/>
                  </a:lnTo>
                  <a:lnTo>
                    <a:pt x="151" y="988"/>
                  </a:lnTo>
                  <a:lnTo>
                    <a:pt x="49" y="959"/>
                  </a:lnTo>
                  <a:lnTo>
                    <a:pt x="0" y="858"/>
                  </a:lnTo>
                  <a:lnTo>
                    <a:pt x="104" y="794"/>
                  </a:lnTo>
                  <a:lnTo>
                    <a:pt x="151" y="691"/>
                  </a:lnTo>
                  <a:lnTo>
                    <a:pt x="378" y="519"/>
                  </a:lnTo>
                  <a:lnTo>
                    <a:pt x="475" y="440"/>
                  </a:lnTo>
                  <a:lnTo>
                    <a:pt x="652" y="400"/>
                  </a:lnTo>
                  <a:lnTo>
                    <a:pt x="717" y="585"/>
                  </a:lnTo>
                  <a:lnTo>
                    <a:pt x="855" y="498"/>
                  </a:lnTo>
                  <a:lnTo>
                    <a:pt x="1007" y="481"/>
                  </a:lnTo>
                  <a:lnTo>
                    <a:pt x="1135" y="78"/>
                  </a:lnTo>
                  <a:lnTo>
                    <a:pt x="1294" y="0"/>
                  </a:lnTo>
                  <a:lnTo>
                    <a:pt x="1500" y="601"/>
                  </a:lnTo>
                  <a:lnTo>
                    <a:pt x="1582" y="729"/>
                  </a:lnTo>
                  <a:lnTo>
                    <a:pt x="1339" y="811"/>
                  </a:lnTo>
                  <a:lnTo>
                    <a:pt x="1275" y="1053"/>
                  </a:lnTo>
                  <a:lnTo>
                    <a:pt x="1339" y="1197"/>
                  </a:lnTo>
                  <a:lnTo>
                    <a:pt x="1226" y="1229"/>
                  </a:lnTo>
                  <a:lnTo>
                    <a:pt x="1323" y="1392"/>
                  </a:lnTo>
                  <a:lnTo>
                    <a:pt x="1211" y="1504"/>
                  </a:lnTo>
                  <a:lnTo>
                    <a:pt x="1533" y="1956"/>
                  </a:lnTo>
                  <a:lnTo>
                    <a:pt x="1646" y="1843"/>
                  </a:lnTo>
                  <a:lnTo>
                    <a:pt x="1696" y="1914"/>
                  </a:lnTo>
                  <a:lnTo>
                    <a:pt x="1465" y="2213"/>
                  </a:lnTo>
                  <a:lnTo>
                    <a:pt x="1580" y="2461"/>
                  </a:lnTo>
                  <a:lnTo>
                    <a:pt x="1531" y="2560"/>
                  </a:lnTo>
                  <a:lnTo>
                    <a:pt x="1416" y="2593"/>
                  </a:lnTo>
                  <a:lnTo>
                    <a:pt x="1431" y="2741"/>
                  </a:lnTo>
                  <a:lnTo>
                    <a:pt x="1614" y="2741"/>
                  </a:lnTo>
                  <a:lnTo>
                    <a:pt x="1630" y="2890"/>
                  </a:lnTo>
                  <a:lnTo>
                    <a:pt x="1497" y="306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5" name="Freeform 76"/>
            <p:cNvSpPr>
              <a:spLocks noChangeAspect="1" noEditPoints="1"/>
            </p:cNvSpPr>
            <p:nvPr/>
          </p:nvSpPr>
          <p:spPr bwMode="auto">
            <a:xfrm>
              <a:off x="5022850" y="3087688"/>
              <a:ext cx="1012825" cy="1558925"/>
            </a:xfrm>
            <a:custGeom>
              <a:avLst/>
              <a:gdLst>
                <a:gd name="T0" fmla="*/ 2147483647 w 2548"/>
                <a:gd name="T1" fmla="*/ 2147483647 h 4443"/>
                <a:gd name="T2" fmla="*/ 2147483647 w 2548"/>
                <a:gd name="T3" fmla="*/ 2147483647 h 4443"/>
                <a:gd name="T4" fmla="*/ 2147483647 w 2548"/>
                <a:gd name="T5" fmla="*/ 2147483647 h 4443"/>
                <a:gd name="T6" fmla="*/ 2147483647 w 2548"/>
                <a:gd name="T7" fmla="*/ 2147483647 h 4443"/>
                <a:gd name="T8" fmla="*/ 2147483647 w 2548"/>
                <a:gd name="T9" fmla="*/ 2147483647 h 4443"/>
                <a:gd name="T10" fmla="*/ 2147483647 w 2548"/>
                <a:gd name="T11" fmla="*/ 2147483647 h 4443"/>
                <a:gd name="T12" fmla="*/ 2147483647 w 2548"/>
                <a:gd name="T13" fmla="*/ 2147483647 h 4443"/>
                <a:gd name="T14" fmla="*/ 2147483647 w 2548"/>
                <a:gd name="T15" fmla="*/ 2147483647 h 4443"/>
                <a:gd name="T16" fmla="*/ 2147483647 w 2548"/>
                <a:gd name="T17" fmla="*/ 2147483647 h 4443"/>
                <a:gd name="T18" fmla="*/ 2147483647 w 2548"/>
                <a:gd name="T19" fmla="*/ 2147483647 h 4443"/>
                <a:gd name="T20" fmla="*/ 2147483647 w 2548"/>
                <a:gd name="T21" fmla="*/ 2147483647 h 4443"/>
                <a:gd name="T22" fmla="*/ 2147483647 w 2548"/>
                <a:gd name="T23" fmla="*/ 2147483647 h 4443"/>
                <a:gd name="T24" fmla="*/ 2147483647 w 2548"/>
                <a:gd name="T25" fmla="*/ 2147483647 h 4443"/>
                <a:gd name="T26" fmla="*/ 2147483647 w 2548"/>
                <a:gd name="T27" fmla="*/ 2147483647 h 4443"/>
                <a:gd name="T28" fmla="*/ 2147483647 w 2548"/>
                <a:gd name="T29" fmla="*/ 2147483647 h 4443"/>
                <a:gd name="T30" fmla="*/ 2147483647 w 2548"/>
                <a:gd name="T31" fmla="*/ 2147483647 h 4443"/>
                <a:gd name="T32" fmla="*/ 2147483647 w 2548"/>
                <a:gd name="T33" fmla="*/ 2147483647 h 4443"/>
                <a:gd name="T34" fmla="*/ 2147483647 w 2548"/>
                <a:gd name="T35" fmla="*/ 2147483647 h 4443"/>
                <a:gd name="T36" fmla="*/ 2147483647 w 2548"/>
                <a:gd name="T37" fmla="*/ 2147483647 h 4443"/>
                <a:gd name="T38" fmla="*/ 2147483647 w 2548"/>
                <a:gd name="T39" fmla="*/ 2147483647 h 4443"/>
                <a:gd name="T40" fmla="*/ 2147483647 w 2548"/>
                <a:gd name="T41" fmla="*/ 2147483647 h 4443"/>
                <a:gd name="T42" fmla="*/ 2147483647 w 2548"/>
                <a:gd name="T43" fmla="*/ 2147483647 h 4443"/>
                <a:gd name="T44" fmla="*/ 2147483647 w 2548"/>
                <a:gd name="T45" fmla="*/ 2147483647 h 4443"/>
                <a:gd name="T46" fmla="*/ 2147483647 w 2548"/>
                <a:gd name="T47" fmla="*/ 0 h 4443"/>
                <a:gd name="T48" fmla="*/ 2147483647 w 2548"/>
                <a:gd name="T49" fmla="*/ 2147483647 h 4443"/>
                <a:gd name="T50" fmla="*/ 2147483647 w 2548"/>
                <a:gd name="T51" fmla="*/ 2147483647 h 4443"/>
                <a:gd name="T52" fmla="*/ 2147483647 w 2548"/>
                <a:gd name="T53" fmla="*/ 2147483647 h 4443"/>
                <a:gd name="T54" fmla="*/ 2147483647 w 2548"/>
                <a:gd name="T55" fmla="*/ 2147483647 h 4443"/>
                <a:gd name="T56" fmla="*/ 2147483647 w 2548"/>
                <a:gd name="T57" fmla="*/ 2147483647 h 4443"/>
                <a:gd name="T58" fmla="*/ 2147483647 w 2548"/>
                <a:gd name="T59" fmla="*/ 2147483647 h 4443"/>
                <a:gd name="T60" fmla="*/ 2147483647 w 2548"/>
                <a:gd name="T61" fmla="*/ 2147483647 h 4443"/>
                <a:gd name="T62" fmla="*/ 2147483647 w 2548"/>
                <a:gd name="T63" fmla="*/ 2147483647 h 4443"/>
                <a:gd name="T64" fmla="*/ 2147483647 w 2548"/>
                <a:gd name="T65" fmla="*/ 2147483647 h 4443"/>
                <a:gd name="T66" fmla="*/ 2147483647 w 2548"/>
                <a:gd name="T67" fmla="*/ 2147483647 h 4443"/>
                <a:gd name="T68" fmla="*/ 2147483647 w 2548"/>
                <a:gd name="T69" fmla="*/ 2147483647 h 4443"/>
                <a:gd name="T70" fmla="*/ 2147483647 w 2548"/>
                <a:gd name="T71" fmla="*/ 2147483647 h 4443"/>
                <a:gd name="T72" fmla="*/ 2147483647 w 2548"/>
                <a:gd name="T73" fmla="*/ 2147483647 h 4443"/>
                <a:gd name="T74" fmla="*/ 2147483647 w 2548"/>
                <a:gd name="T75" fmla="*/ 2147483647 h 4443"/>
                <a:gd name="T76" fmla="*/ 2147483647 w 2548"/>
                <a:gd name="T77" fmla="*/ 2147483647 h 4443"/>
                <a:gd name="T78" fmla="*/ 2147483647 w 2548"/>
                <a:gd name="T79" fmla="*/ 2147483647 h 4443"/>
                <a:gd name="T80" fmla="*/ 2147483647 w 2548"/>
                <a:gd name="T81" fmla="*/ 2147483647 h 4443"/>
                <a:gd name="T82" fmla="*/ 2147483647 w 2548"/>
                <a:gd name="T83" fmla="*/ 2147483647 h 4443"/>
                <a:gd name="T84" fmla="*/ 2147483647 w 2548"/>
                <a:gd name="T85" fmla="*/ 2147483647 h 4443"/>
                <a:gd name="T86" fmla="*/ 2147483647 w 2548"/>
                <a:gd name="T87" fmla="*/ 2147483647 h 4443"/>
                <a:gd name="T88" fmla="*/ 2147483647 w 2548"/>
                <a:gd name="T89" fmla="*/ 2147483647 h 4443"/>
                <a:gd name="T90" fmla="*/ 2147483647 w 2548"/>
                <a:gd name="T91" fmla="*/ 2147483647 h 4443"/>
                <a:gd name="T92" fmla="*/ 2147483647 w 2548"/>
                <a:gd name="T93" fmla="*/ 2147483647 h 4443"/>
                <a:gd name="T94" fmla="*/ 2147483647 w 2548"/>
                <a:gd name="T95" fmla="*/ 2147483647 h 4443"/>
                <a:gd name="T96" fmla="*/ 2147483647 w 2548"/>
                <a:gd name="T97" fmla="*/ 2147483647 h 4443"/>
                <a:gd name="T98" fmla="*/ 2147483647 w 2548"/>
                <a:gd name="T99" fmla="*/ 2147483647 h 4443"/>
                <a:gd name="T100" fmla="*/ 2147483647 w 2548"/>
                <a:gd name="T101" fmla="*/ 2147483647 h 4443"/>
                <a:gd name="T102" fmla="*/ 2147483647 w 2548"/>
                <a:gd name="T103" fmla="*/ 2147483647 h 4443"/>
                <a:gd name="T104" fmla="*/ 2147483647 w 2548"/>
                <a:gd name="T105" fmla="*/ 2147483647 h 4443"/>
                <a:gd name="T106" fmla="*/ 2147483647 w 2548"/>
                <a:gd name="T107" fmla="*/ 2147483647 h 4443"/>
                <a:gd name="T108" fmla="*/ 2147483647 w 2548"/>
                <a:gd name="T109" fmla="*/ 2147483647 h 4443"/>
                <a:gd name="T110" fmla="*/ 2147483647 w 2548"/>
                <a:gd name="T111" fmla="*/ 2147483647 h 4443"/>
                <a:gd name="T112" fmla="*/ 2147483647 w 2548"/>
                <a:gd name="T113" fmla="*/ 2147483647 h 4443"/>
                <a:gd name="T114" fmla="*/ 2147483647 w 2548"/>
                <a:gd name="T115" fmla="*/ 2147483647 h 4443"/>
                <a:gd name="T116" fmla="*/ 2147483647 w 2548"/>
                <a:gd name="T117" fmla="*/ 2147483647 h 444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548"/>
                <a:gd name="T178" fmla="*/ 0 h 4443"/>
                <a:gd name="T179" fmla="*/ 2548 w 2548"/>
                <a:gd name="T180" fmla="*/ 4443 h 444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548" h="4443">
                  <a:moveTo>
                    <a:pt x="903" y="4331"/>
                  </a:moveTo>
                  <a:lnTo>
                    <a:pt x="839" y="4356"/>
                  </a:lnTo>
                  <a:lnTo>
                    <a:pt x="985" y="4218"/>
                  </a:lnTo>
                  <a:lnTo>
                    <a:pt x="1091" y="4163"/>
                  </a:lnTo>
                  <a:lnTo>
                    <a:pt x="1074" y="4066"/>
                  </a:lnTo>
                  <a:lnTo>
                    <a:pt x="1146" y="4049"/>
                  </a:lnTo>
                  <a:lnTo>
                    <a:pt x="1064" y="3879"/>
                  </a:lnTo>
                  <a:lnTo>
                    <a:pt x="1032" y="3701"/>
                  </a:lnTo>
                  <a:lnTo>
                    <a:pt x="854" y="3550"/>
                  </a:lnTo>
                  <a:lnTo>
                    <a:pt x="720" y="3566"/>
                  </a:lnTo>
                  <a:lnTo>
                    <a:pt x="639" y="3453"/>
                  </a:lnTo>
                  <a:lnTo>
                    <a:pt x="591" y="3476"/>
                  </a:lnTo>
                  <a:lnTo>
                    <a:pt x="639" y="3453"/>
                  </a:lnTo>
                  <a:lnTo>
                    <a:pt x="735" y="3324"/>
                  </a:lnTo>
                  <a:lnTo>
                    <a:pt x="614" y="3169"/>
                  </a:lnTo>
                  <a:lnTo>
                    <a:pt x="606" y="3099"/>
                  </a:lnTo>
                  <a:lnTo>
                    <a:pt x="606" y="3001"/>
                  </a:lnTo>
                  <a:lnTo>
                    <a:pt x="726" y="2904"/>
                  </a:lnTo>
                  <a:lnTo>
                    <a:pt x="703" y="2807"/>
                  </a:lnTo>
                  <a:lnTo>
                    <a:pt x="526" y="2727"/>
                  </a:lnTo>
                  <a:lnTo>
                    <a:pt x="565" y="2597"/>
                  </a:lnTo>
                  <a:lnTo>
                    <a:pt x="688" y="2508"/>
                  </a:lnTo>
                  <a:lnTo>
                    <a:pt x="671" y="2453"/>
                  </a:lnTo>
                  <a:lnTo>
                    <a:pt x="526" y="2444"/>
                  </a:lnTo>
                  <a:lnTo>
                    <a:pt x="478" y="2330"/>
                  </a:lnTo>
                  <a:lnTo>
                    <a:pt x="339" y="2259"/>
                  </a:lnTo>
                  <a:lnTo>
                    <a:pt x="122" y="2275"/>
                  </a:lnTo>
                  <a:lnTo>
                    <a:pt x="139" y="2120"/>
                  </a:lnTo>
                  <a:lnTo>
                    <a:pt x="97" y="2050"/>
                  </a:lnTo>
                  <a:lnTo>
                    <a:pt x="129" y="1959"/>
                  </a:lnTo>
                  <a:lnTo>
                    <a:pt x="317" y="1862"/>
                  </a:lnTo>
                  <a:lnTo>
                    <a:pt x="323" y="1808"/>
                  </a:lnTo>
                  <a:lnTo>
                    <a:pt x="156" y="1734"/>
                  </a:lnTo>
                  <a:lnTo>
                    <a:pt x="145" y="1607"/>
                  </a:lnTo>
                  <a:lnTo>
                    <a:pt x="188" y="1501"/>
                  </a:lnTo>
                  <a:lnTo>
                    <a:pt x="317" y="1410"/>
                  </a:lnTo>
                  <a:lnTo>
                    <a:pt x="235" y="1249"/>
                  </a:lnTo>
                  <a:lnTo>
                    <a:pt x="371" y="1120"/>
                  </a:lnTo>
                  <a:lnTo>
                    <a:pt x="339" y="969"/>
                  </a:lnTo>
                  <a:lnTo>
                    <a:pt x="194" y="904"/>
                  </a:lnTo>
                  <a:lnTo>
                    <a:pt x="203" y="742"/>
                  </a:lnTo>
                  <a:lnTo>
                    <a:pt x="80" y="620"/>
                  </a:lnTo>
                  <a:lnTo>
                    <a:pt x="107" y="443"/>
                  </a:lnTo>
                  <a:lnTo>
                    <a:pt x="10" y="297"/>
                  </a:lnTo>
                  <a:lnTo>
                    <a:pt x="65" y="200"/>
                  </a:lnTo>
                  <a:lnTo>
                    <a:pt x="0" y="97"/>
                  </a:lnTo>
                  <a:lnTo>
                    <a:pt x="129" y="0"/>
                  </a:lnTo>
                  <a:lnTo>
                    <a:pt x="140" y="57"/>
                  </a:lnTo>
                  <a:lnTo>
                    <a:pt x="150" y="187"/>
                  </a:lnTo>
                  <a:lnTo>
                    <a:pt x="239" y="233"/>
                  </a:lnTo>
                  <a:lnTo>
                    <a:pt x="331" y="48"/>
                  </a:lnTo>
                  <a:lnTo>
                    <a:pt x="437" y="136"/>
                  </a:lnTo>
                  <a:lnTo>
                    <a:pt x="513" y="253"/>
                  </a:lnTo>
                  <a:lnTo>
                    <a:pt x="713" y="210"/>
                  </a:lnTo>
                  <a:lnTo>
                    <a:pt x="890" y="265"/>
                  </a:lnTo>
                  <a:lnTo>
                    <a:pt x="894" y="340"/>
                  </a:lnTo>
                  <a:lnTo>
                    <a:pt x="778" y="525"/>
                  </a:lnTo>
                  <a:lnTo>
                    <a:pt x="668" y="551"/>
                  </a:lnTo>
                  <a:lnTo>
                    <a:pt x="702" y="687"/>
                  </a:lnTo>
                  <a:lnTo>
                    <a:pt x="629" y="772"/>
                  </a:lnTo>
                  <a:lnTo>
                    <a:pt x="702" y="836"/>
                  </a:lnTo>
                  <a:lnTo>
                    <a:pt x="668" y="980"/>
                  </a:lnTo>
                  <a:lnTo>
                    <a:pt x="983" y="1095"/>
                  </a:lnTo>
                  <a:lnTo>
                    <a:pt x="1109" y="1280"/>
                  </a:lnTo>
                  <a:lnTo>
                    <a:pt x="1010" y="1329"/>
                  </a:lnTo>
                  <a:lnTo>
                    <a:pt x="961" y="1556"/>
                  </a:lnTo>
                  <a:lnTo>
                    <a:pt x="877" y="1582"/>
                  </a:lnTo>
                  <a:lnTo>
                    <a:pt x="785" y="1680"/>
                  </a:lnTo>
                  <a:lnTo>
                    <a:pt x="927" y="1784"/>
                  </a:lnTo>
                  <a:lnTo>
                    <a:pt x="868" y="1865"/>
                  </a:lnTo>
                  <a:lnTo>
                    <a:pt x="967" y="2069"/>
                  </a:lnTo>
                  <a:lnTo>
                    <a:pt x="1132" y="1988"/>
                  </a:lnTo>
                  <a:lnTo>
                    <a:pt x="1192" y="1890"/>
                  </a:lnTo>
                  <a:lnTo>
                    <a:pt x="1282" y="1956"/>
                  </a:lnTo>
                  <a:lnTo>
                    <a:pt x="1480" y="1962"/>
                  </a:lnTo>
                  <a:lnTo>
                    <a:pt x="1480" y="2237"/>
                  </a:lnTo>
                  <a:lnTo>
                    <a:pt x="1563" y="2335"/>
                  </a:lnTo>
                  <a:lnTo>
                    <a:pt x="1787" y="2318"/>
                  </a:lnTo>
                  <a:lnTo>
                    <a:pt x="2043" y="2249"/>
                  </a:lnTo>
                  <a:lnTo>
                    <a:pt x="2134" y="2156"/>
                  </a:lnTo>
                  <a:lnTo>
                    <a:pt x="2251" y="2217"/>
                  </a:lnTo>
                  <a:lnTo>
                    <a:pt x="2456" y="2199"/>
                  </a:lnTo>
                  <a:lnTo>
                    <a:pt x="2535" y="2281"/>
                  </a:lnTo>
                  <a:lnTo>
                    <a:pt x="2548" y="2491"/>
                  </a:lnTo>
                  <a:lnTo>
                    <a:pt x="2381" y="2669"/>
                  </a:lnTo>
                  <a:lnTo>
                    <a:pt x="2355" y="2824"/>
                  </a:lnTo>
                  <a:lnTo>
                    <a:pt x="2306" y="2815"/>
                  </a:lnTo>
                  <a:lnTo>
                    <a:pt x="2219" y="2685"/>
                  </a:lnTo>
                  <a:lnTo>
                    <a:pt x="2162" y="2679"/>
                  </a:lnTo>
                  <a:lnTo>
                    <a:pt x="2139" y="2766"/>
                  </a:lnTo>
                  <a:lnTo>
                    <a:pt x="1935" y="2792"/>
                  </a:lnTo>
                  <a:lnTo>
                    <a:pt x="1946" y="2879"/>
                  </a:lnTo>
                  <a:lnTo>
                    <a:pt x="1848" y="2968"/>
                  </a:lnTo>
                  <a:lnTo>
                    <a:pt x="1952" y="3088"/>
                  </a:lnTo>
                  <a:lnTo>
                    <a:pt x="1967" y="3250"/>
                  </a:lnTo>
                  <a:lnTo>
                    <a:pt x="1855" y="3330"/>
                  </a:lnTo>
                  <a:lnTo>
                    <a:pt x="1848" y="3663"/>
                  </a:lnTo>
                  <a:lnTo>
                    <a:pt x="1694" y="3695"/>
                  </a:lnTo>
                  <a:lnTo>
                    <a:pt x="1704" y="3765"/>
                  </a:lnTo>
                  <a:lnTo>
                    <a:pt x="1848" y="3873"/>
                  </a:lnTo>
                  <a:lnTo>
                    <a:pt x="1855" y="3873"/>
                  </a:lnTo>
                  <a:lnTo>
                    <a:pt x="1833" y="3921"/>
                  </a:lnTo>
                  <a:lnTo>
                    <a:pt x="1672" y="3975"/>
                  </a:lnTo>
                  <a:lnTo>
                    <a:pt x="1509" y="4137"/>
                  </a:lnTo>
                  <a:lnTo>
                    <a:pt x="1420" y="4324"/>
                  </a:lnTo>
                  <a:lnTo>
                    <a:pt x="1333" y="4356"/>
                  </a:lnTo>
                  <a:lnTo>
                    <a:pt x="1268" y="4443"/>
                  </a:lnTo>
                  <a:lnTo>
                    <a:pt x="977" y="4405"/>
                  </a:lnTo>
                  <a:lnTo>
                    <a:pt x="903" y="4331"/>
                  </a:lnTo>
                  <a:close/>
                  <a:moveTo>
                    <a:pt x="662" y="3768"/>
                  </a:moveTo>
                  <a:lnTo>
                    <a:pt x="581" y="3743"/>
                  </a:lnTo>
                  <a:lnTo>
                    <a:pt x="662" y="3768"/>
                  </a:lnTo>
                  <a:close/>
                  <a:moveTo>
                    <a:pt x="646" y="3598"/>
                  </a:moveTo>
                  <a:lnTo>
                    <a:pt x="591" y="3566"/>
                  </a:lnTo>
                  <a:lnTo>
                    <a:pt x="646" y="359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6" name="Freeform 77"/>
            <p:cNvSpPr>
              <a:spLocks noChangeAspect="1"/>
            </p:cNvSpPr>
            <p:nvPr/>
          </p:nvSpPr>
          <p:spPr bwMode="auto">
            <a:xfrm>
              <a:off x="3322638" y="3355975"/>
              <a:ext cx="504825" cy="484188"/>
            </a:xfrm>
            <a:custGeom>
              <a:avLst/>
              <a:gdLst>
                <a:gd name="T0" fmla="*/ 2147483647 w 1264"/>
                <a:gd name="T1" fmla="*/ 2147483647 h 1381"/>
                <a:gd name="T2" fmla="*/ 2147483647 w 1264"/>
                <a:gd name="T3" fmla="*/ 2147483647 h 1381"/>
                <a:gd name="T4" fmla="*/ 2147483647 w 1264"/>
                <a:gd name="T5" fmla="*/ 2147483647 h 1381"/>
                <a:gd name="T6" fmla="*/ 2147483647 w 1264"/>
                <a:gd name="T7" fmla="*/ 2147483647 h 1381"/>
                <a:gd name="T8" fmla="*/ 2147483647 w 1264"/>
                <a:gd name="T9" fmla="*/ 2147483647 h 1381"/>
                <a:gd name="T10" fmla="*/ 2147483647 w 1264"/>
                <a:gd name="T11" fmla="*/ 2147483647 h 1381"/>
                <a:gd name="T12" fmla="*/ 2147483647 w 1264"/>
                <a:gd name="T13" fmla="*/ 2147483647 h 1381"/>
                <a:gd name="T14" fmla="*/ 2147483647 w 1264"/>
                <a:gd name="T15" fmla="*/ 0 h 1381"/>
                <a:gd name="T16" fmla="*/ 2147483647 w 1264"/>
                <a:gd name="T17" fmla="*/ 2147483647 h 1381"/>
                <a:gd name="T18" fmla="*/ 2147483647 w 1264"/>
                <a:gd name="T19" fmla="*/ 2147483647 h 1381"/>
                <a:gd name="T20" fmla="*/ 2147483647 w 1264"/>
                <a:gd name="T21" fmla="*/ 2147483647 h 1381"/>
                <a:gd name="T22" fmla="*/ 2147483647 w 1264"/>
                <a:gd name="T23" fmla="*/ 2147483647 h 1381"/>
                <a:gd name="T24" fmla="*/ 2147483647 w 1264"/>
                <a:gd name="T25" fmla="*/ 2147483647 h 1381"/>
                <a:gd name="T26" fmla="*/ 2147483647 w 1264"/>
                <a:gd name="T27" fmla="*/ 2147483647 h 1381"/>
                <a:gd name="T28" fmla="*/ 2147483647 w 1264"/>
                <a:gd name="T29" fmla="*/ 2147483647 h 1381"/>
                <a:gd name="T30" fmla="*/ 2147483647 w 1264"/>
                <a:gd name="T31" fmla="*/ 2147483647 h 1381"/>
                <a:gd name="T32" fmla="*/ 2147483647 w 1264"/>
                <a:gd name="T33" fmla="*/ 2147483647 h 1381"/>
                <a:gd name="T34" fmla="*/ 2147483647 w 1264"/>
                <a:gd name="T35" fmla="*/ 2147483647 h 1381"/>
                <a:gd name="T36" fmla="*/ 2147483647 w 1264"/>
                <a:gd name="T37" fmla="*/ 2147483647 h 1381"/>
                <a:gd name="T38" fmla="*/ 2147483647 w 1264"/>
                <a:gd name="T39" fmla="*/ 2147483647 h 1381"/>
                <a:gd name="T40" fmla="*/ 2147483647 w 1264"/>
                <a:gd name="T41" fmla="*/ 2147483647 h 1381"/>
                <a:gd name="T42" fmla="*/ 2147483647 w 1264"/>
                <a:gd name="T43" fmla="*/ 2147483647 h 1381"/>
                <a:gd name="T44" fmla="*/ 2147483647 w 1264"/>
                <a:gd name="T45" fmla="*/ 2147483647 h 1381"/>
                <a:gd name="T46" fmla="*/ 2147483647 w 1264"/>
                <a:gd name="T47" fmla="*/ 2147483647 h 1381"/>
                <a:gd name="T48" fmla="*/ 2147483647 w 1264"/>
                <a:gd name="T49" fmla="*/ 2147483647 h 1381"/>
                <a:gd name="T50" fmla="*/ 2147483647 w 1264"/>
                <a:gd name="T51" fmla="*/ 2147483647 h 1381"/>
                <a:gd name="T52" fmla="*/ 2147483647 w 1264"/>
                <a:gd name="T53" fmla="*/ 2147483647 h 1381"/>
                <a:gd name="T54" fmla="*/ 2147483647 w 1264"/>
                <a:gd name="T55" fmla="*/ 2147483647 h 1381"/>
                <a:gd name="T56" fmla="*/ 2147483647 w 1264"/>
                <a:gd name="T57" fmla="*/ 2147483647 h 1381"/>
                <a:gd name="T58" fmla="*/ 2147483647 w 1264"/>
                <a:gd name="T59" fmla="*/ 2147483647 h 1381"/>
                <a:gd name="T60" fmla="*/ 2147483647 w 1264"/>
                <a:gd name="T61" fmla="*/ 2147483647 h 1381"/>
                <a:gd name="T62" fmla="*/ 2147483647 w 1264"/>
                <a:gd name="T63" fmla="*/ 2147483647 h 1381"/>
                <a:gd name="T64" fmla="*/ 2147483647 w 1264"/>
                <a:gd name="T65" fmla="*/ 2147483647 h 1381"/>
                <a:gd name="T66" fmla="*/ 2147483647 w 1264"/>
                <a:gd name="T67" fmla="*/ 2147483647 h 1381"/>
                <a:gd name="T68" fmla="*/ 2147483647 w 1264"/>
                <a:gd name="T69" fmla="*/ 2147483647 h 1381"/>
                <a:gd name="T70" fmla="*/ 0 w 1264"/>
                <a:gd name="T71" fmla="*/ 2147483647 h 1381"/>
                <a:gd name="T72" fmla="*/ 2147483647 w 1264"/>
                <a:gd name="T73" fmla="*/ 2147483647 h 1381"/>
                <a:gd name="T74" fmla="*/ 2147483647 w 1264"/>
                <a:gd name="T75" fmla="*/ 2147483647 h 1381"/>
                <a:gd name="T76" fmla="*/ 2147483647 w 1264"/>
                <a:gd name="T77" fmla="*/ 2147483647 h 1381"/>
                <a:gd name="T78" fmla="*/ 2147483647 w 1264"/>
                <a:gd name="T79" fmla="*/ 2147483647 h 1381"/>
                <a:gd name="T80" fmla="*/ 2147483647 w 1264"/>
                <a:gd name="T81" fmla="*/ 2147483647 h 13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64"/>
                <a:gd name="T124" fmla="*/ 0 h 1381"/>
                <a:gd name="T125" fmla="*/ 1264 w 1264"/>
                <a:gd name="T126" fmla="*/ 1381 h 13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64" h="1381">
                  <a:moveTo>
                    <a:pt x="313" y="598"/>
                  </a:moveTo>
                  <a:lnTo>
                    <a:pt x="345" y="346"/>
                  </a:lnTo>
                  <a:lnTo>
                    <a:pt x="313" y="598"/>
                  </a:lnTo>
                  <a:lnTo>
                    <a:pt x="506" y="630"/>
                  </a:lnTo>
                  <a:lnTo>
                    <a:pt x="602" y="630"/>
                  </a:lnTo>
                  <a:lnTo>
                    <a:pt x="732" y="119"/>
                  </a:lnTo>
                  <a:lnTo>
                    <a:pt x="548" y="49"/>
                  </a:lnTo>
                  <a:lnTo>
                    <a:pt x="532" y="0"/>
                  </a:lnTo>
                  <a:lnTo>
                    <a:pt x="548" y="49"/>
                  </a:lnTo>
                  <a:lnTo>
                    <a:pt x="732" y="119"/>
                  </a:lnTo>
                  <a:lnTo>
                    <a:pt x="1007" y="96"/>
                  </a:lnTo>
                  <a:lnTo>
                    <a:pt x="1264" y="242"/>
                  </a:lnTo>
                  <a:lnTo>
                    <a:pt x="1242" y="435"/>
                  </a:lnTo>
                  <a:lnTo>
                    <a:pt x="1071" y="571"/>
                  </a:lnTo>
                  <a:lnTo>
                    <a:pt x="958" y="636"/>
                  </a:lnTo>
                  <a:lnTo>
                    <a:pt x="926" y="687"/>
                  </a:lnTo>
                  <a:lnTo>
                    <a:pt x="973" y="751"/>
                  </a:lnTo>
                  <a:lnTo>
                    <a:pt x="973" y="839"/>
                  </a:lnTo>
                  <a:lnTo>
                    <a:pt x="941" y="882"/>
                  </a:lnTo>
                  <a:lnTo>
                    <a:pt x="1000" y="914"/>
                  </a:lnTo>
                  <a:lnTo>
                    <a:pt x="967" y="978"/>
                  </a:lnTo>
                  <a:lnTo>
                    <a:pt x="829" y="1016"/>
                  </a:lnTo>
                  <a:lnTo>
                    <a:pt x="806" y="1107"/>
                  </a:lnTo>
                  <a:lnTo>
                    <a:pt x="716" y="1097"/>
                  </a:lnTo>
                  <a:lnTo>
                    <a:pt x="661" y="1123"/>
                  </a:lnTo>
                  <a:lnTo>
                    <a:pt x="629" y="1220"/>
                  </a:lnTo>
                  <a:lnTo>
                    <a:pt x="515" y="1226"/>
                  </a:lnTo>
                  <a:lnTo>
                    <a:pt x="428" y="1381"/>
                  </a:lnTo>
                  <a:lnTo>
                    <a:pt x="329" y="1340"/>
                  </a:lnTo>
                  <a:lnTo>
                    <a:pt x="322" y="1259"/>
                  </a:lnTo>
                  <a:lnTo>
                    <a:pt x="199" y="1259"/>
                  </a:lnTo>
                  <a:lnTo>
                    <a:pt x="184" y="1204"/>
                  </a:lnTo>
                  <a:lnTo>
                    <a:pt x="129" y="1177"/>
                  </a:lnTo>
                  <a:lnTo>
                    <a:pt x="112" y="1113"/>
                  </a:lnTo>
                  <a:lnTo>
                    <a:pt x="80" y="1107"/>
                  </a:lnTo>
                  <a:lnTo>
                    <a:pt x="0" y="1010"/>
                  </a:lnTo>
                  <a:lnTo>
                    <a:pt x="193" y="961"/>
                  </a:lnTo>
                  <a:lnTo>
                    <a:pt x="184" y="806"/>
                  </a:lnTo>
                  <a:lnTo>
                    <a:pt x="248" y="768"/>
                  </a:lnTo>
                  <a:lnTo>
                    <a:pt x="232" y="613"/>
                  </a:lnTo>
                  <a:lnTo>
                    <a:pt x="313" y="59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7" name="Freeform 78"/>
            <p:cNvSpPr>
              <a:spLocks noChangeAspect="1"/>
            </p:cNvSpPr>
            <p:nvPr/>
          </p:nvSpPr>
          <p:spPr bwMode="auto">
            <a:xfrm>
              <a:off x="5200650" y="4298950"/>
              <a:ext cx="277813" cy="396875"/>
            </a:xfrm>
            <a:custGeom>
              <a:avLst/>
              <a:gdLst>
                <a:gd name="T0" fmla="*/ 2147483647 w 695"/>
                <a:gd name="T1" fmla="*/ 2147483647 h 1130"/>
                <a:gd name="T2" fmla="*/ 2147483647 w 695"/>
                <a:gd name="T3" fmla="*/ 2147483647 h 1130"/>
                <a:gd name="T4" fmla="*/ 2147483647 w 695"/>
                <a:gd name="T5" fmla="*/ 2147483647 h 1130"/>
                <a:gd name="T6" fmla="*/ 2147483647 w 695"/>
                <a:gd name="T7" fmla="*/ 2147483647 h 1130"/>
                <a:gd name="T8" fmla="*/ 2147483647 w 695"/>
                <a:gd name="T9" fmla="*/ 2147483647 h 1130"/>
                <a:gd name="T10" fmla="*/ 2147483647 w 695"/>
                <a:gd name="T11" fmla="*/ 2147483647 h 1130"/>
                <a:gd name="T12" fmla="*/ 2147483647 w 695"/>
                <a:gd name="T13" fmla="*/ 2147483647 h 1130"/>
                <a:gd name="T14" fmla="*/ 2147483647 w 695"/>
                <a:gd name="T15" fmla="*/ 2147483647 h 1130"/>
                <a:gd name="T16" fmla="*/ 2147483647 w 695"/>
                <a:gd name="T17" fmla="*/ 2147483647 h 1130"/>
                <a:gd name="T18" fmla="*/ 2147483647 w 695"/>
                <a:gd name="T19" fmla="*/ 0 h 1130"/>
                <a:gd name="T20" fmla="*/ 2147483647 w 695"/>
                <a:gd name="T21" fmla="*/ 2147483647 h 1130"/>
                <a:gd name="T22" fmla="*/ 2147483647 w 695"/>
                <a:gd name="T23" fmla="*/ 2147483647 h 1130"/>
                <a:gd name="T24" fmla="*/ 2147483647 w 695"/>
                <a:gd name="T25" fmla="*/ 2147483647 h 1130"/>
                <a:gd name="T26" fmla="*/ 2147483647 w 695"/>
                <a:gd name="T27" fmla="*/ 2147483647 h 1130"/>
                <a:gd name="T28" fmla="*/ 2147483647 w 695"/>
                <a:gd name="T29" fmla="*/ 2147483647 h 1130"/>
                <a:gd name="T30" fmla="*/ 2147483647 w 695"/>
                <a:gd name="T31" fmla="*/ 2147483647 h 1130"/>
                <a:gd name="T32" fmla="*/ 2147483647 w 695"/>
                <a:gd name="T33" fmla="*/ 2147483647 h 1130"/>
                <a:gd name="T34" fmla="*/ 2147483647 w 695"/>
                <a:gd name="T35" fmla="*/ 2147483647 h 1130"/>
                <a:gd name="T36" fmla="*/ 0 w 695"/>
                <a:gd name="T37" fmla="*/ 2147483647 h 1130"/>
                <a:gd name="T38" fmla="*/ 2147483647 w 695"/>
                <a:gd name="T39" fmla="*/ 2147483647 h 1130"/>
                <a:gd name="T40" fmla="*/ 2147483647 w 695"/>
                <a:gd name="T41" fmla="*/ 2147483647 h 1130"/>
                <a:gd name="T42" fmla="*/ 2147483647 w 695"/>
                <a:gd name="T43" fmla="*/ 2147483647 h 1130"/>
                <a:gd name="T44" fmla="*/ 2147483647 w 695"/>
                <a:gd name="T45" fmla="*/ 2147483647 h 1130"/>
                <a:gd name="T46" fmla="*/ 2147483647 w 695"/>
                <a:gd name="T47" fmla="*/ 2147483647 h 11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95"/>
                <a:gd name="T73" fmla="*/ 0 h 1130"/>
                <a:gd name="T74" fmla="*/ 695 w 695"/>
                <a:gd name="T75" fmla="*/ 1130 h 113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95" h="1130">
                  <a:moveTo>
                    <a:pt x="462" y="867"/>
                  </a:moveTo>
                  <a:lnTo>
                    <a:pt x="534" y="765"/>
                  </a:lnTo>
                  <a:lnTo>
                    <a:pt x="640" y="710"/>
                  </a:lnTo>
                  <a:lnTo>
                    <a:pt x="623" y="613"/>
                  </a:lnTo>
                  <a:lnTo>
                    <a:pt x="695" y="596"/>
                  </a:lnTo>
                  <a:lnTo>
                    <a:pt x="613" y="426"/>
                  </a:lnTo>
                  <a:lnTo>
                    <a:pt x="581" y="248"/>
                  </a:lnTo>
                  <a:lnTo>
                    <a:pt x="403" y="97"/>
                  </a:lnTo>
                  <a:lnTo>
                    <a:pt x="269" y="113"/>
                  </a:lnTo>
                  <a:lnTo>
                    <a:pt x="188" y="0"/>
                  </a:lnTo>
                  <a:lnTo>
                    <a:pt x="140" y="23"/>
                  </a:lnTo>
                  <a:lnTo>
                    <a:pt x="140" y="113"/>
                  </a:lnTo>
                  <a:lnTo>
                    <a:pt x="195" y="145"/>
                  </a:lnTo>
                  <a:lnTo>
                    <a:pt x="130" y="242"/>
                  </a:lnTo>
                  <a:lnTo>
                    <a:pt x="130" y="290"/>
                  </a:lnTo>
                  <a:lnTo>
                    <a:pt x="237" y="322"/>
                  </a:lnTo>
                  <a:lnTo>
                    <a:pt x="204" y="507"/>
                  </a:lnTo>
                  <a:lnTo>
                    <a:pt x="252" y="651"/>
                  </a:lnTo>
                  <a:lnTo>
                    <a:pt x="0" y="1000"/>
                  </a:lnTo>
                  <a:lnTo>
                    <a:pt x="123" y="1130"/>
                  </a:lnTo>
                  <a:lnTo>
                    <a:pt x="163" y="1039"/>
                  </a:lnTo>
                  <a:lnTo>
                    <a:pt x="307" y="1022"/>
                  </a:lnTo>
                  <a:lnTo>
                    <a:pt x="388" y="903"/>
                  </a:lnTo>
                  <a:lnTo>
                    <a:pt x="462" y="86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8" name="Freeform 79"/>
            <p:cNvSpPr>
              <a:spLocks noChangeAspect="1" noEditPoints="1"/>
            </p:cNvSpPr>
            <p:nvPr/>
          </p:nvSpPr>
          <p:spPr bwMode="auto">
            <a:xfrm>
              <a:off x="4581525" y="4378325"/>
              <a:ext cx="757238" cy="401638"/>
            </a:xfrm>
            <a:custGeom>
              <a:avLst/>
              <a:gdLst>
                <a:gd name="T0" fmla="*/ 2147483647 w 1888"/>
                <a:gd name="T1" fmla="*/ 2147483647 h 1146"/>
                <a:gd name="T2" fmla="*/ 2147483647 w 1888"/>
                <a:gd name="T3" fmla="*/ 2147483647 h 1146"/>
                <a:gd name="T4" fmla="*/ 2147483647 w 1888"/>
                <a:gd name="T5" fmla="*/ 2147483647 h 1146"/>
                <a:gd name="T6" fmla="*/ 2147483647 w 1888"/>
                <a:gd name="T7" fmla="*/ 2147483647 h 1146"/>
                <a:gd name="T8" fmla="*/ 2147483647 w 1888"/>
                <a:gd name="T9" fmla="*/ 2147483647 h 1146"/>
                <a:gd name="T10" fmla="*/ 2147483647 w 1888"/>
                <a:gd name="T11" fmla="*/ 2147483647 h 1146"/>
                <a:gd name="T12" fmla="*/ 2147483647 w 1888"/>
                <a:gd name="T13" fmla="*/ 2147483647 h 1146"/>
                <a:gd name="T14" fmla="*/ 2147483647 w 1888"/>
                <a:gd name="T15" fmla="*/ 2147483647 h 1146"/>
                <a:gd name="T16" fmla="*/ 0 w 1888"/>
                <a:gd name="T17" fmla="*/ 2147483647 h 1146"/>
                <a:gd name="T18" fmla="*/ 2147483647 w 1888"/>
                <a:gd name="T19" fmla="*/ 2147483647 h 1146"/>
                <a:gd name="T20" fmla="*/ 2147483647 w 1888"/>
                <a:gd name="T21" fmla="*/ 2147483647 h 1146"/>
                <a:gd name="T22" fmla="*/ 2147483647 w 1888"/>
                <a:gd name="T23" fmla="*/ 0 h 1146"/>
                <a:gd name="T24" fmla="*/ 2147483647 w 1888"/>
                <a:gd name="T25" fmla="*/ 2147483647 h 1146"/>
                <a:gd name="T26" fmla="*/ 2147483647 w 1888"/>
                <a:gd name="T27" fmla="*/ 2147483647 h 1146"/>
                <a:gd name="T28" fmla="*/ 2147483647 w 1888"/>
                <a:gd name="T29" fmla="*/ 2147483647 h 1146"/>
                <a:gd name="T30" fmla="*/ 2147483647 w 1888"/>
                <a:gd name="T31" fmla="*/ 2147483647 h 1146"/>
                <a:gd name="T32" fmla="*/ 2147483647 w 1888"/>
                <a:gd name="T33" fmla="*/ 2147483647 h 1146"/>
                <a:gd name="T34" fmla="*/ 2147483647 w 1888"/>
                <a:gd name="T35" fmla="*/ 2147483647 h 1146"/>
                <a:gd name="T36" fmla="*/ 2147483647 w 1888"/>
                <a:gd name="T37" fmla="*/ 2147483647 h 1146"/>
                <a:gd name="T38" fmla="*/ 2147483647 w 1888"/>
                <a:gd name="T39" fmla="*/ 0 h 1146"/>
                <a:gd name="T40" fmla="*/ 2147483647 w 1888"/>
                <a:gd name="T41" fmla="*/ 2147483647 h 1146"/>
                <a:gd name="T42" fmla="*/ 2147483647 w 1888"/>
                <a:gd name="T43" fmla="*/ 2147483647 h 1146"/>
                <a:gd name="T44" fmla="*/ 2147483647 w 1888"/>
                <a:gd name="T45" fmla="*/ 2147483647 h 1146"/>
                <a:gd name="T46" fmla="*/ 2147483647 w 1888"/>
                <a:gd name="T47" fmla="*/ 2147483647 h 1146"/>
                <a:gd name="T48" fmla="*/ 2147483647 w 1888"/>
                <a:gd name="T49" fmla="*/ 2147483647 h 1146"/>
                <a:gd name="T50" fmla="*/ 2147483647 w 1888"/>
                <a:gd name="T51" fmla="*/ 2147483647 h 1146"/>
                <a:gd name="T52" fmla="*/ 2147483647 w 1888"/>
                <a:gd name="T53" fmla="*/ 2147483647 h 1146"/>
                <a:gd name="T54" fmla="*/ 2147483647 w 1888"/>
                <a:gd name="T55" fmla="*/ 2147483647 h 1146"/>
                <a:gd name="T56" fmla="*/ 2147483647 w 1888"/>
                <a:gd name="T57" fmla="*/ 2147483647 h 1146"/>
                <a:gd name="T58" fmla="*/ 2147483647 w 1888"/>
                <a:gd name="T59" fmla="*/ 2147483647 h 1146"/>
                <a:gd name="T60" fmla="*/ 2147483647 w 1888"/>
                <a:gd name="T61" fmla="*/ 2147483647 h 1146"/>
                <a:gd name="T62" fmla="*/ 2147483647 w 1888"/>
                <a:gd name="T63" fmla="*/ 2147483647 h 1146"/>
                <a:gd name="T64" fmla="*/ 2147483647 w 1888"/>
                <a:gd name="T65" fmla="*/ 2147483647 h 1146"/>
                <a:gd name="T66" fmla="*/ 2147483647 w 1888"/>
                <a:gd name="T67" fmla="*/ 2147483647 h 1146"/>
                <a:gd name="T68" fmla="*/ 2147483647 w 1888"/>
                <a:gd name="T69" fmla="*/ 2147483647 h 1146"/>
                <a:gd name="T70" fmla="*/ 2147483647 w 1888"/>
                <a:gd name="T71" fmla="*/ 2147483647 h 1146"/>
                <a:gd name="T72" fmla="*/ 2147483647 w 1888"/>
                <a:gd name="T73" fmla="*/ 2147483647 h 1146"/>
                <a:gd name="T74" fmla="*/ 2147483647 w 1888"/>
                <a:gd name="T75" fmla="*/ 2147483647 h 1146"/>
                <a:gd name="T76" fmla="*/ 2147483647 w 1888"/>
                <a:gd name="T77" fmla="*/ 2147483647 h 1146"/>
                <a:gd name="T78" fmla="*/ 2147483647 w 1888"/>
                <a:gd name="T79" fmla="*/ 2147483647 h 1146"/>
                <a:gd name="T80" fmla="*/ 2147483647 w 1888"/>
                <a:gd name="T81" fmla="*/ 2147483647 h 1146"/>
                <a:gd name="T82" fmla="*/ 2147483647 w 1888"/>
                <a:gd name="T83" fmla="*/ 2147483647 h 1146"/>
                <a:gd name="T84" fmla="*/ 2147483647 w 1888"/>
                <a:gd name="T85" fmla="*/ 2147483647 h 1146"/>
                <a:gd name="T86" fmla="*/ 2147483647 w 1888"/>
                <a:gd name="T87" fmla="*/ 2147483647 h 1146"/>
                <a:gd name="T88" fmla="*/ 2147483647 w 1888"/>
                <a:gd name="T89" fmla="*/ 2147483647 h 114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88"/>
                <a:gd name="T136" fmla="*/ 0 h 1146"/>
                <a:gd name="T137" fmla="*/ 1888 w 1888"/>
                <a:gd name="T138" fmla="*/ 1146 h 114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88" h="1146">
                  <a:moveTo>
                    <a:pt x="931" y="1068"/>
                  </a:moveTo>
                  <a:lnTo>
                    <a:pt x="861" y="937"/>
                  </a:lnTo>
                  <a:lnTo>
                    <a:pt x="755" y="926"/>
                  </a:lnTo>
                  <a:lnTo>
                    <a:pt x="513" y="953"/>
                  </a:lnTo>
                  <a:lnTo>
                    <a:pt x="448" y="807"/>
                  </a:lnTo>
                  <a:lnTo>
                    <a:pt x="374" y="782"/>
                  </a:lnTo>
                  <a:lnTo>
                    <a:pt x="309" y="846"/>
                  </a:lnTo>
                  <a:lnTo>
                    <a:pt x="229" y="856"/>
                  </a:lnTo>
                  <a:lnTo>
                    <a:pt x="0" y="136"/>
                  </a:lnTo>
                  <a:lnTo>
                    <a:pt x="77" y="104"/>
                  </a:lnTo>
                  <a:lnTo>
                    <a:pt x="189" y="146"/>
                  </a:lnTo>
                  <a:lnTo>
                    <a:pt x="471" y="0"/>
                  </a:lnTo>
                  <a:lnTo>
                    <a:pt x="615" y="55"/>
                  </a:lnTo>
                  <a:lnTo>
                    <a:pt x="647" y="163"/>
                  </a:lnTo>
                  <a:lnTo>
                    <a:pt x="748" y="218"/>
                  </a:lnTo>
                  <a:lnTo>
                    <a:pt x="851" y="120"/>
                  </a:lnTo>
                  <a:lnTo>
                    <a:pt x="1045" y="120"/>
                  </a:lnTo>
                  <a:lnTo>
                    <a:pt x="1077" y="55"/>
                  </a:lnTo>
                  <a:lnTo>
                    <a:pt x="1151" y="14"/>
                  </a:lnTo>
                  <a:lnTo>
                    <a:pt x="1183" y="0"/>
                  </a:lnTo>
                  <a:lnTo>
                    <a:pt x="1254" y="129"/>
                  </a:lnTo>
                  <a:lnTo>
                    <a:pt x="1416" y="259"/>
                  </a:lnTo>
                  <a:lnTo>
                    <a:pt x="1400" y="388"/>
                  </a:lnTo>
                  <a:lnTo>
                    <a:pt x="1464" y="475"/>
                  </a:lnTo>
                  <a:lnTo>
                    <a:pt x="1461" y="523"/>
                  </a:lnTo>
                  <a:lnTo>
                    <a:pt x="1457" y="555"/>
                  </a:lnTo>
                  <a:lnTo>
                    <a:pt x="1393" y="566"/>
                  </a:lnTo>
                  <a:lnTo>
                    <a:pt x="1328" y="685"/>
                  </a:lnTo>
                  <a:lnTo>
                    <a:pt x="1141" y="797"/>
                  </a:lnTo>
                  <a:lnTo>
                    <a:pt x="990" y="839"/>
                  </a:lnTo>
                  <a:lnTo>
                    <a:pt x="974" y="911"/>
                  </a:lnTo>
                  <a:lnTo>
                    <a:pt x="1005" y="945"/>
                  </a:lnTo>
                  <a:lnTo>
                    <a:pt x="931" y="1068"/>
                  </a:lnTo>
                  <a:close/>
                  <a:moveTo>
                    <a:pt x="1883" y="1089"/>
                  </a:moveTo>
                  <a:lnTo>
                    <a:pt x="1887" y="1091"/>
                  </a:lnTo>
                  <a:lnTo>
                    <a:pt x="1888" y="1093"/>
                  </a:lnTo>
                  <a:lnTo>
                    <a:pt x="1887" y="1097"/>
                  </a:lnTo>
                  <a:lnTo>
                    <a:pt x="1883" y="1102"/>
                  </a:lnTo>
                  <a:lnTo>
                    <a:pt x="1872" y="1110"/>
                  </a:lnTo>
                  <a:lnTo>
                    <a:pt x="1858" y="1121"/>
                  </a:lnTo>
                  <a:lnTo>
                    <a:pt x="1843" y="1130"/>
                  </a:lnTo>
                  <a:lnTo>
                    <a:pt x="1828" y="1137"/>
                  </a:lnTo>
                  <a:lnTo>
                    <a:pt x="1817" y="1143"/>
                  </a:lnTo>
                  <a:lnTo>
                    <a:pt x="1813" y="1146"/>
                  </a:lnTo>
                  <a:lnTo>
                    <a:pt x="1883" y="1089"/>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59" name="Freeform 80"/>
            <p:cNvSpPr>
              <a:spLocks noChangeAspect="1"/>
            </p:cNvSpPr>
            <p:nvPr/>
          </p:nvSpPr>
          <p:spPr bwMode="auto">
            <a:xfrm>
              <a:off x="4121150" y="2555875"/>
              <a:ext cx="1047750" cy="1096963"/>
            </a:xfrm>
            <a:custGeom>
              <a:avLst/>
              <a:gdLst>
                <a:gd name="T0" fmla="*/ 2147483647 w 2623"/>
                <a:gd name="T1" fmla="*/ 2147483647 h 3123"/>
                <a:gd name="T2" fmla="*/ 2147483647 w 2623"/>
                <a:gd name="T3" fmla="*/ 2147483647 h 3123"/>
                <a:gd name="T4" fmla="*/ 2147483647 w 2623"/>
                <a:gd name="T5" fmla="*/ 2147483647 h 3123"/>
                <a:gd name="T6" fmla="*/ 2147483647 w 2623"/>
                <a:gd name="T7" fmla="*/ 2147483647 h 3123"/>
                <a:gd name="T8" fmla="*/ 2147483647 w 2623"/>
                <a:gd name="T9" fmla="*/ 2147483647 h 3123"/>
                <a:gd name="T10" fmla="*/ 2147483647 w 2623"/>
                <a:gd name="T11" fmla="*/ 2147483647 h 3123"/>
                <a:gd name="T12" fmla="*/ 2147483647 w 2623"/>
                <a:gd name="T13" fmla="*/ 2147483647 h 3123"/>
                <a:gd name="T14" fmla="*/ 2147483647 w 2623"/>
                <a:gd name="T15" fmla="*/ 2147483647 h 3123"/>
                <a:gd name="T16" fmla="*/ 2147483647 w 2623"/>
                <a:gd name="T17" fmla="*/ 2147483647 h 3123"/>
                <a:gd name="T18" fmla="*/ 2147483647 w 2623"/>
                <a:gd name="T19" fmla="*/ 2147483647 h 3123"/>
                <a:gd name="T20" fmla="*/ 2147483647 w 2623"/>
                <a:gd name="T21" fmla="*/ 2147483647 h 3123"/>
                <a:gd name="T22" fmla="*/ 2147483647 w 2623"/>
                <a:gd name="T23" fmla="*/ 2147483647 h 3123"/>
                <a:gd name="T24" fmla="*/ 2147483647 w 2623"/>
                <a:gd name="T25" fmla="*/ 2147483647 h 3123"/>
                <a:gd name="T26" fmla="*/ 2147483647 w 2623"/>
                <a:gd name="T27" fmla="*/ 2147483647 h 3123"/>
                <a:gd name="T28" fmla="*/ 2147483647 w 2623"/>
                <a:gd name="T29" fmla="*/ 2147483647 h 3123"/>
                <a:gd name="T30" fmla="*/ 2147483647 w 2623"/>
                <a:gd name="T31" fmla="*/ 2147483647 h 3123"/>
                <a:gd name="T32" fmla="*/ 2147483647 w 2623"/>
                <a:gd name="T33" fmla="*/ 2147483647 h 3123"/>
                <a:gd name="T34" fmla="*/ 2147483647 w 2623"/>
                <a:gd name="T35" fmla="*/ 2147483647 h 3123"/>
                <a:gd name="T36" fmla="*/ 2147483647 w 2623"/>
                <a:gd name="T37" fmla="*/ 2147483647 h 3123"/>
                <a:gd name="T38" fmla="*/ 2147483647 w 2623"/>
                <a:gd name="T39" fmla="*/ 2147483647 h 3123"/>
                <a:gd name="T40" fmla="*/ 2147483647 w 2623"/>
                <a:gd name="T41" fmla="*/ 2147483647 h 3123"/>
                <a:gd name="T42" fmla="*/ 2147483647 w 2623"/>
                <a:gd name="T43" fmla="*/ 2147483647 h 3123"/>
                <a:gd name="T44" fmla="*/ 2147483647 w 2623"/>
                <a:gd name="T45" fmla="*/ 2147483647 h 3123"/>
                <a:gd name="T46" fmla="*/ 2147483647 w 2623"/>
                <a:gd name="T47" fmla="*/ 2147483647 h 3123"/>
                <a:gd name="T48" fmla="*/ 2147483647 w 2623"/>
                <a:gd name="T49" fmla="*/ 2147483647 h 3123"/>
                <a:gd name="T50" fmla="*/ 2147483647 w 2623"/>
                <a:gd name="T51" fmla="*/ 2147483647 h 3123"/>
                <a:gd name="T52" fmla="*/ 2147483647 w 2623"/>
                <a:gd name="T53" fmla="*/ 2147483647 h 3123"/>
                <a:gd name="T54" fmla="*/ 2147483647 w 2623"/>
                <a:gd name="T55" fmla="*/ 2147483647 h 3123"/>
                <a:gd name="T56" fmla="*/ 2147483647 w 2623"/>
                <a:gd name="T57" fmla="*/ 2147483647 h 3123"/>
                <a:gd name="T58" fmla="*/ 2147483647 w 2623"/>
                <a:gd name="T59" fmla="*/ 2147483647 h 3123"/>
                <a:gd name="T60" fmla="*/ 2147483647 w 2623"/>
                <a:gd name="T61" fmla="*/ 2147483647 h 3123"/>
                <a:gd name="T62" fmla="*/ 2147483647 w 2623"/>
                <a:gd name="T63" fmla="*/ 2147483647 h 3123"/>
                <a:gd name="T64" fmla="*/ 2147483647 w 2623"/>
                <a:gd name="T65" fmla="*/ 2147483647 h 3123"/>
                <a:gd name="T66" fmla="*/ 2147483647 w 2623"/>
                <a:gd name="T67" fmla="*/ 2147483647 h 3123"/>
                <a:gd name="T68" fmla="*/ 2147483647 w 2623"/>
                <a:gd name="T69" fmla="*/ 2147483647 h 3123"/>
                <a:gd name="T70" fmla="*/ 2147483647 w 2623"/>
                <a:gd name="T71" fmla="*/ 2147483647 h 3123"/>
                <a:gd name="T72" fmla="*/ 2147483647 w 2623"/>
                <a:gd name="T73" fmla="*/ 2147483647 h 3123"/>
                <a:gd name="T74" fmla="*/ 2147483647 w 2623"/>
                <a:gd name="T75" fmla="*/ 2147483647 h 3123"/>
                <a:gd name="T76" fmla="*/ 2147483647 w 2623"/>
                <a:gd name="T77" fmla="*/ 2147483647 h 3123"/>
                <a:gd name="T78" fmla="*/ 2147483647 w 2623"/>
                <a:gd name="T79" fmla="*/ 2147483647 h 3123"/>
                <a:gd name="T80" fmla="*/ 2147483647 w 2623"/>
                <a:gd name="T81" fmla="*/ 2147483647 h 3123"/>
                <a:gd name="T82" fmla="*/ 2147483647 w 2623"/>
                <a:gd name="T83" fmla="*/ 2147483647 h 3123"/>
                <a:gd name="T84" fmla="*/ 2147483647 w 2623"/>
                <a:gd name="T85" fmla="*/ 2147483647 h 3123"/>
                <a:gd name="T86" fmla="*/ 2147483647 w 2623"/>
                <a:gd name="T87" fmla="*/ 2147483647 h 3123"/>
                <a:gd name="T88" fmla="*/ 2147483647 w 2623"/>
                <a:gd name="T89" fmla="*/ 2147483647 h 3123"/>
                <a:gd name="T90" fmla="*/ 2147483647 w 2623"/>
                <a:gd name="T91" fmla="*/ 2147483647 h 3123"/>
                <a:gd name="T92" fmla="*/ 2147483647 w 2623"/>
                <a:gd name="T93" fmla="*/ 2147483647 h 3123"/>
                <a:gd name="T94" fmla="*/ 2147483647 w 2623"/>
                <a:gd name="T95" fmla="*/ 2147483647 h 3123"/>
                <a:gd name="T96" fmla="*/ 0 w 2623"/>
                <a:gd name="T97" fmla="*/ 2147483647 h 3123"/>
                <a:gd name="T98" fmla="*/ 2147483647 w 2623"/>
                <a:gd name="T99" fmla="*/ 2147483647 h 31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623"/>
                <a:gd name="T151" fmla="*/ 0 h 3123"/>
                <a:gd name="T152" fmla="*/ 2623 w 2623"/>
                <a:gd name="T153" fmla="*/ 3123 h 31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623" h="3123">
                  <a:moveTo>
                    <a:pt x="27" y="1658"/>
                  </a:moveTo>
                  <a:lnTo>
                    <a:pt x="91" y="1626"/>
                  </a:lnTo>
                  <a:lnTo>
                    <a:pt x="275" y="1491"/>
                  </a:lnTo>
                  <a:lnTo>
                    <a:pt x="436" y="1459"/>
                  </a:lnTo>
                  <a:lnTo>
                    <a:pt x="671" y="1296"/>
                  </a:lnTo>
                  <a:lnTo>
                    <a:pt x="623" y="1200"/>
                  </a:lnTo>
                  <a:lnTo>
                    <a:pt x="629" y="1084"/>
                  </a:lnTo>
                  <a:lnTo>
                    <a:pt x="655" y="1078"/>
                  </a:lnTo>
                  <a:lnTo>
                    <a:pt x="693" y="1001"/>
                  </a:lnTo>
                  <a:lnTo>
                    <a:pt x="623" y="942"/>
                  </a:lnTo>
                  <a:lnTo>
                    <a:pt x="693" y="878"/>
                  </a:lnTo>
                  <a:lnTo>
                    <a:pt x="897" y="1175"/>
                  </a:lnTo>
                  <a:lnTo>
                    <a:pt x="1026" y="1097"/>
                  </a:lnTo>
                  <a:lnTo>
                    <a:pt x="881" y="806"/>
                  </a:lnTo>
                  <a:lnTo>
                    <a:pt x="865" y="690"/>
                  </a:lnTo>
                  <a:lnTo>
                    <a:pt x="994" y="690"/>
                  </a:lnTo>
                  <a:lnTo>
                    <a:pt x="977" y="368"/>
                  </a:lnTo>
                  <a:lnTo>
                    <a:pt x="1140" y="323"/>
                  </a:lnTo>
                  <a:lnTo>
                    <a:pt x="1397" y="0"/>
                  </a:lnTo>
                  <a:lnTo>
                    <a:pt x="1462" y="64"/>
                  </a:lnTo>
                  <a:lnTo>
                    <a:pt x="1607" y="77"/>
                  </a:lnTo>
                  <a:lnTo>
                    <a:pt x="1672" y="206"/>
                  </a:lnTo>
                  <a:lnTo>
                    <a:pt x="1494" y="387"/>
                  </a:lnTo>
                  <a:lnTo>
                    <a:pt x="1511" y="690"/>
                  </a:lnTo>
                  <a:lnTo>
                    <a:pt x="1365" y="1065"/>
                  </a:lnTo>
                  <a:lnTo>
                    <a:pt x="1462" y="1323"/>
                  </a:lnTo>
                  <a:lnTo>
                    <a:pt x="1236" y="1548"/>
                  </a:lnTo>
                  <a:lnTo>
                    <a:pt x="1058" y="1690"/>
                  </a:lnTo>
                  <a:lnTo>
                    <a:pt x="881" y="1594"/>
                  </a:lnTo>
                  <a:lnTo>
                    <a:pt x="881" y="1690"/>
                  </a:lnTo>
                  <a:lnTo>
                    <a:pt x="1075" y="1839"/>
                  </a:lnTo>
                  <a:lnTo>
                    <a:pt x="1333" y="1711"/>
                  </a:lnTo>
                  <a:lnTo>
                    <a:pt x="1558" y="1452"/>
                  </a:lnTo>
                  <a:lnTo>
                    <a:pt x="1526" y="1258"/>
                  </a:lnTo>
                  <a:lnTo>
                    <a:pt x="1655" y="1226"/>
                  </a:lnTo>
                  <a:lnTo>
                    <a:pt x="1751" y="1419"/>
                  </a:lnTo>
                  <a:lnTo>
                    <a:pt x="1719" y="1529"/>
                  </a:lnTo>
                  <a:lnTo>
                    <a:pt x="1849" y="1690"/>
                  </a:lnTo>
                  <a:lnTo>
                    <a:pt x="1961" y="1645"/>
                  </a:lnTo>
                  <a:lnTo>
                    <a:pt x="1817" y="1516"/>
                  </a:lnTo>
                  <a:lnTo>
                    <a:pt x="1881" y="1323"/>
                  </a:lnTo>
                  <a:lnTo>
                    <a:pt x="1768" y="1129"/>
                  </a:lnTo>
                  <a:lnTo>
                    <a:pt x="1526" y="1110"/>
                  </a:lnTo>
                  <a:lnTo>
                    <a:pt x="1526" y="980"/>
                  </a:lnTo>
                  <a:lnTo>
                    <a:pt x="1672" y="690"/>
                  </a:lnTo>
                  <a:lnTo>
                    <a:pt x="1639" y="465"/>
                  </a:lnTo>
                  <a:lnTo>
                    <a:pt x="1751" y="355"/>
                  </a:lnTo>
                  <a:lnTo>
                    <a:pt x="1800" y="142"/>
                  </a:lnTo>
                  <a:lnTo>
                    <a:pt x="1833" y="420"/>
                  </a:lnTo>
                  <a:lnTo>
                    <a:pt x="1817" y="594"/>
                  </a:lnTo>
                  <a:lnTo>
                    <a:pt x="1961" y="658"/>
                  </a:lnTo>
                  <a:lnTo>
                    <a:pt x="1978" y="594"/>
                  </a:lnTo>
                  <a:lnTo>
                    <a:pt x="1897" y="433"/>
                  </a:lnTo>
                  <a:lnTo>
                    <a:pt x="2026" y="484"/>
                  </a:lnTo>
                  <a:lnTo>
                    <a:pt x="2010" y="270"/>
                  </a:lnTo>
                  <a:lnTo>
                    <a:pt x="2084" y="238"/>
                  </a:lnTo>
                  <a:lnTo>
                    <a:pt x="2084" y="378"/>
                  </a:lnTo>
                  <a:lnTo>
                    <a:pt x="2230" y="529"/>
                  </a:lnTo>
                  <a:lnTo>
                    <a:pt x="2124" y="587"/>
                  </a:lnTo>
                  <a:lnTo>
                    <a:pt x="2230" y="749"/>
                  </a:lnTo>
                  <a:lnTo>
                    <a:pt x="2262" y="871"/>
                  </a:lnTo>
                  <a:lnTo>
                    <a:pt x="2052" y="974"/>
                  </a:lnTo>
                  <a:lnTo>
                    <a:pt x="2069" y="1088"/>
                  </a:lnTo>
                  <a:lnTo>
                    <a:pt x="2165" y="1232"/>
                  </a:lnTo>
                  <a:lnTo>
                    <a:pt x="2332" y="1239"/>
                  </a:lnTo>
                  <a:lnTo>
                    <a:pt x="2381" y="1516"/>
                  </a:lnTo>
                  <a:lnTo>
                    <a:pt x="2252" y="1613"/>
                  </a:lnTo>
                  <a:lnTo>
                    <a:pt x="2317" y="1716"/>
                  </a:lnTo>
                  <a:lnTo>
                    <a:pt x="2262" y="1813"/>
                  </a:lnTo>
                  <a:lnTo>
                    <a:pt x="2359" y="1959"/>
                  </a:lnTo>
                  <a:lnTo>
                    <a:pt x="2332" y="2136"/>
                  </a:lnTo>
                  <a:lnTo>
                    <a:pt x="2455" y="2258"/>
                  </a:lnTo>
                  <a:lnTo>
                    <a:pt x="2446" y="2420"/>
                  </a:lnTo>
                  <a:lnTo>
                    <a:pt x="2591" y="2485"/>
                  </a:lnTo>
                  <a:lnTo>
                    <a:pt x="2623" y="2636"/>
                  </a:lnTo>
                  <a:lnTo>
                    <a:pt x="2487" y="2765"/>
                  </a:lnTo>
                  <a:lnTo>
                    <a:pt x="2569" y="2926"/>
                  </a:lnTo>
                  <a:lnTo>
                    <a:pt x="2440" y="3017"/>
                  </a:lnTo>
                  <a:lnTo>
                    <a:pt x="2397" y="3123"/>
                  </a:lnTo>
                  <a:lnTo>
                    <a:pt x="2165" y="2968"/>
                  </a:lnTo>
                  <a:lnTo>
                    <a:pt x="2043" y="2968"/>
                  </a:lnTo>
                  <a:lnTo>
                    <a:pt x="2003" y="2846"/>
                  </a:lnTo>
                  <a:lnTo>
                    <a:pt x="1859" y="2975"/>
                  </a:lnTo>
                  <a:lnTo>
                    <a:pt x="1607" y="2959"/>
                  </a:lnTo>
                  <a:lnTo>
                    <a:pt x="1420" y="2765"/>
                  </a:lnTo>
                  <a:lnTo>
                    <a:pt x="1204" y="2733"/>
                  </a:lnTo>
                  <a:lnTo>
                    <a:pt x="1026" y="2614"/>
                  </a:lnTo>
                  <a:lnTo>
                    <a:pt x="856" y="2587"/>
                  </a:lnTo>
                  <a:lnTo>
                    <a:pt x="871" y="2475"/>
                  </a:lnTo>
                  <a:lnTo>
                    <a:pt x="801" y="2410"/>
                  </a:lnTo>
                  <a:lnTo>
                    <a:pt x="801" y="2303"/>
                  </a:lnTo>
                  <a:lnTo>
                    <a:pt x="687" y="2201"/>
                  </a:lnTo>
                  <a:lnTo>
                    <a:pt x="606" y="2265"/>
                  </a:lnTo>
                  <a:lnTo>
                    <a:pt x="452" y="2258"/>
                  </a:lnTo>
                  <a:lnTo>
                    <a:pt x="430" y="2120"/>
                  </a:lnTo>
                  <a:lnTo>
                    <a:pt x="322" y="2065"/>
                  </a:lnTo>
                  <a:lnTo>
                    <a:pt x="107" y="2065"/>
                  </a:lnTo>
                  <a:lnTo>
                    <a:pt x="0" y="1926"/>
                  </a:lnTo>
                  <a:lnTo>
                    <a:pt x="82" y="1755"/>
                  </a:lnTo>
                  <a:lnTo>
                    <a:pt x="27" y="165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60" name="Freeform 81"/>
            <p:cNvSpPr>
              <a:spLocks noChangeAspect="1"/>
            </p:cNvSpPr>
            <p:nvPr/>
          </p:nvSpPr>
          <p:spPr bwMode="auto">
            <a:xfrm>
              <a:off x="3933825" y="3733800"/>
              <a:ext cx="585788" cy="434975"/>
            </a:xfrm>
            <a:custGeom>
              <a:avLst/>
              <a:gdLst>
                <a:gd name="T0" fmla="*/ 2147483647 w 1480"/>
                <a:gd name="T1" fmla="*/ 2147483647 h 1239"/>
                <a:gd name="T2" fmla="*/ 2147483647 w 1480"/>
                <a:gd name="T3" fmla="*/ 2147483647 h 1239"/>
                <a:gd name="T4" fmla="*/ 2147483647 w 1480"/>
                <a:gd name="T5" fmla="*/ 2147483647 h 1239"/>
                <a:gd name="T6" fmla="*/ 2147483647 w 1480"/>
                <a:gd name="T7" fmla="*/ 2147483647 h 1239"/>
                <a:gd name="T8" fmla="*/ 2147483647 w 1480"/>
                <a:gd name="T9" fmla="*/ 2147483647 h 1239"/>
                <a:gd name="T10" fmla="*/ 2147483647 w 1480"/>
                <a:gd name="T11" fmla="*/ 2147483647 h 1239"/>
                <a:gd name="T12" fmla="*/ 2147483647 w 1480"/>
                <a:gd name="T13" fmla="*/ 2147483647 h 1239"/>
                <a:gd name="T14" fmla="*/ 2147483647 w 1480"/>
                <a:gd name="T15" fmla="*/ 2147483647 h 1239"/>
                <a:gd name="T16" fmla="*/ 2147483647 w 1480"/>
                <a:gd name="T17" fmla="*/ 2147483647 h 1239"/>
                <a:gd name="T18" fmla="*/ 2147483647 w 1480"/>
                <a:gd name="T19" fmla="*/ 2147483647 h 1239"/>
                <a:gd name="T20" fmla="*/ 2147483647 w 1480"/>
                <a:gd name="T21" fmla="*/ 2147483647 h 1239"/>
                <a:gd name="T22" fmla="*/ 2147483647 w 1480"/>
                <a:gd name="T23" fmla="*/ 2147483647 h 1239"/>
                <a:gd name="T24" fmla="*/ 2147483647 w 1480"/>
                <a:gd name="T25" fmla="*/ 2147483647 h 1239"/>
                <a:gd name="T26" fmla="*/ 2147483647 w 1480"/>
                <a:gd name="T27" fmla="*/ 2147483647 h 1239"/>
                <a:gd name="T28" fmla="*/ 2147483647 w 1480"/>
                <a:gd name="T29" fmla="*/ 2147483647 h 1239"/>
                <a:gd name="T30" fmla="*/ 2147483647 w 1480"/>
                <a:gd name="T31" fmla="*/ 2147483647 h 1239"/>
                <a:gd name="T32" fmla="*/ 2147483647 w 1480"/>
                <a:gd name="T33" fmla="*/ 2147483647 h 1239"/>
                <a:gd name="T34" fmla="*/ 2147483647 w 1480"/>
                <a:gd name="T35" fmla="*/ 2147483647 h 1239"/>
                <a:gd name="T36" fmla="*/ 2147483647 w 1480"/>
                <a:gd name="T37" fmla="*/ 2147483647 h 1239"/>
                <a:gd name="T38" fmla="*/ 2147483647 w 1480"/>
                <a:gd name="T39" fmla="*/ 2147483647 h 1239"/>
                <a:gd name="T40" fmla="*/ 2147483647 w 1480"/>
                <a:gd name="T41" fmla="*/ 2147483647 h 1239"/>
                <a:gd name="T42" fmla="*/ 0 w 1480"/>
                <a:gd name="T43" fmla="*/ 2147483647 h 1239"/>
                <a:gd name="T44" fmla="*/ 2147483647 w 1480"/>
                <a:gd name="T45" fmla="*/ 2147483647 h 1239"/>
                <a:gd name="T46" fmla="*/ 2147483647 w 1480"/>
                <a:gd name="T47" fmla="*/ 2147483647 h 1239"/>
                <a:gd name="T48" fmla="*/ 2147483647 w 1480"/>
                <a:gd name="T49" fmla="*/ 2147483647 h 1239"/>
                <a:gd name="T50" fmla="*/ 2147483647 w 1480"/>
                <a:gd name="T51" fmla="*/ 2147483647 h 1239"/>
                <a:gd name="T52" fmla="*/ 2147483647 w 1480"/>
                <a:gd name="T53" fmla="*/ 2147483647 h 1239"/>
                <a:gd name="T54" fmla="*/ 2147483647 w 1480"/>
                <a:gd name="T55" fmla="*/ 2147483647 h 1239"/>
                <a:gd name="T56" fmla="*/ 2147483647 w 1480"/>
                <a:gd name="T57" fmla="*/ 2147483647 h 1239"/>
                <a:gd name="T58" fmla="*/ 2147483647 w 1480"/>
                <a:gd name="T59" fmla="*/ 2147483647 h 1239"/>
                <a:gd name="T60" fmla="*/ 2147483647 w 1480"/>
                <a:gd name="T61" fmla="*/ 2147483647 h 1239"/>
                <a:gd name="T62" fmla="*/ 2147483647 w 1480"/>
                <a:gd name="T63" fmla="*/ 0 h 1239"/>
                <a:gd name="T64" fmla="*/ 2147483647 w 1480"/>
                <a:gd name="T65" fmla="*/ 2147483647 h 1239"/>
                <a:gd name="T66" fmla="*/ 2147483647 w 1480"/>
                <a:gd name="T67" fmla="*/ 2147483647 h 1239"/>
                <a:gd name="T68" fmla="*/ 2147483647 w 1480"/>
                <a:gd name="T69" fmla="*/ 2147483647 h 1239"/>
                <a:gd name="T70" fmla="*/ 2147483647 w 1480"/>
                <a:gd name="T71" fmla="*/ 2147483647 h 1239"/>
                <a:gd name="T72" fmla="*/ 2147483647 w 1480"/>
                <a:gd name="T73" fmla="*/ 2147483647 h 1239"/>
                <a:gd name="T74" fmla="*/ 2147483647 w 1480"/>
                <a:gd name="T75" fmla="*/ 2147483647 h 1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80"/>
                <a:gd name="T115" fmla="*/ 0 h 1239"/>
                <a:gd name="T116" fmla="*/ 1480 w 1480"/>
                <a:gd name="T117" fmla="*/ 1239 h 1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80" h="1239">
                  <a:moveTo>
                    <a:pt x="1480" y="552"/>
                  </a:moveTo>
                  <a:lnTo>
                    <a:pt x="1339" y="671"/>
                  </a:lnTo>
                  <a:lnTo>
                    <a:pt x="1243" y="613"/>
                  </a:lnTo>
                  <a:lnTo>
                    <a:pt x="1167" y="677"/>
                  </a:lnTo>
                  <a:lnTo>
                    <a:pt x="974" y="607"/>
                  </a:lnTo>
                  <a:lnTo>
                    <a:pt x="991" y="494"/>
                  </a:lnTo>
                  <a:lnTo>
                    <a:pt x="936" y="435"/>
                  </a:lnTo>
                  <a:lnTo>
                    <a:pt x="829" y="543"/>
                  </a:lnTo>
                  <a:lnTo>
                    <a:pt x="829" y="719"/>
                  </a:lnTo>
                  <a:lnTo>
                    <a:pt x="904" y="806"/>
                  </a:lnTo>
                  <a:lnTo>
                    <a:pt x="904" y="920"/>
                  </a:lnTo>
                  <a:lnTo>
                    <a:pt x="796" y="969"/>
                  </a:lnTo>
                  <a:lnTo>
                    <a:pt x="791" y="1058"/>
                  </a:lnTo>
                  <a:lnTo>
                    <a:pt x="684" y="1107"/>
                  </a:lnTo>
                  <a:lnTo>
                    <a:pt x="662" y="1239"/>
                  </a:lnTo>
                  <a:lnTo>
                    <a:pt x="374" y="1139"/>
                  </a:lnTo>
                  <a:lnTo>
                    <a:pt x="323" y="1033"/>
                  </a:lnTo>
                  <a:lnTo>
                    <a:pt x="232" y="994"/>
                  </a:lnTo>
                  <a:lnTo>
                    <a:pt x="200" y="903"/>
                  </a:lnTo>
                  <a:lnTo>
                    <a:pt x="87" y="903"/>
                  </a:lnTo>
                  <a:lnTo>
                    <a:pt x="7" y="774"/>
                  </a:lnTo>
                  <a:lnTo>
                    <a:pt x="0" y="632"/>
                  </a:lnTo>
                  <a:lnTo>
                    <a:pt x="16" y="639"/>
                  </a:lnTo>
                  <a:lnTo>
                    <a:pt x="81" y="380"/>
                  </a:lnTo>
                  <a:lnTo>
                    <a:pt x="185" y="388"/>
                  </a:lnTo>
                  <a:lnTo>
                    <a:pt x="274" y="242"/>
                  </a:lnTo>
                  <a:lnTo>
                    <a:pt x="410" y="226"/>
                  </a:lnTo>
                  <a:lnTo>
                    <a:pt x="474" y="155"/>
                  </a:lnTo>
                  <a:lnTo>
                    <a:pt x="629" y="145"/>
                  </a:lnTo>
                  <a:lnTo>
                    <a:pt x="796" y="81"/>
                  </a:lnTo>
                  <a:lnTo>
                    <a:pt x="845" y="0"/>
                  </a:lnTo>
                  <a:lnTo>
                    <a:pt x="959" y="81"/>
                  </a:lnTo>
                  <a:lnTo>
                    <a:pt x="1039" y="106"/>
                  </a:lnTo>
                  <a:lnTo>
                    <a:pt x="1152" y="242"/>
                  </a:lnTo>
                  <a:lnTo>
                    <a:pt x="1265" y="462"/>
                  </a:lnTo>
                  <a:lnTo>
                    <a:pt x="1436" y="494"/>
                  </a:lnTo>
                  <a:lnTo>
                    <a:pt x="1480" y="55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61" name="Freeform 82"/>
            <p:cNvSpPr>
              <a:spLocks noChangeAspect="1"/>
            </p:cNvSpPr>
            <p:nvPr/>
          </p:nvSpPr>
          <p:spPr bwMode="auto">
            <a:xfrm>
              <a:off x="4941888" y="2130425"/>
              <a:ext cx="1206500" cy="1050925"/>
            </a:xfrm>
            <a:custGeom>
              <a:avLst/>
              <a:gdLst>
                <a:gd name="T0" fmla="*/ 2147483647 w 3032"/>
                <a:gd name="T1" fmla="*/ 2147483647 h 2995"/>
                <a:gd name="T2" fmla="*/ 2147483647 w 3032"/>
                <a:gd name="T3" fmla="*/ 2147483647 h 2995"/>
                <a:gd name="T4" fmla="*/ 2147483647 w 3032"/>
                <a:gd name="T5" fmla="*/ 2147483647 h 2995"/>
                <a:gd name="T6" fmla="*/ 2147483647 w 3032"/>
                <a:gd name="T7" fmla="*/ 2147483647 h 2995"/>
                <a:gd name="T8" fmla="*/ 2147483647 w 3032"/>
                <a:gd name="T9" fmla="*/ 2147483647 h 2995"/>
                <a:gd name="T10" fmla="*/ 2147483647 w 3032"/>
                <a:gd name="T11" fmla="*/ 2147483647 h 2995"/>
                <a:gd name="T12" fmla="*/ 2147483647 w 3032"/>
                <a:gd name="T13" fmla="*/ 2147483647 h 2995"/>
                <a:gd name="T14" fmla="*/ 2147483647 w 3032"/>
                <a:gd name="T15" fmla="*/ 2147483647 h 2995"/>
                <a:gd name="T16" fmla="*/ 2147483647 w 3032"/>
                <a:gd name="T17" fmla="*/ 2147483647 h 2995"/>
                <a:gd name="T18" fmla="*/ 2147483647 w 3032"/>
                <a:gd name="T19" fmla="*/ 2147483647 h 2995"/>
                <a:gd name="T20" fmla="*/ 2147483647 w 3032"/>
                <a:gd name="T21" fmla="*/ 2147483647 h 2995"/>
                <a:gd name="T22" fmla="*/ 2147483647 w 3032"/>
                <a:gd name="T23" fmla="*/ 2147483647 h 2995"/>
                <a:gd name="T24" fmla="*/ 2147483647 w 3032"/>
                <a:gd name="T25" fmla="*/ 2147483647 h 2995"/>
                <a:gd name="T26" fmla="*/ 2147483647 w 3032"/>
                <a:gd name="T27" fmla="*/ 2147483647 h 2995"/>
                <a:gd name="T28" fmla="*/ 2147483647 w 3032"/>
                <a:gd name="T29" fmla="*/ 2147483647 h 2995"/>
                <a:gd name="T30" fmla="*/ 2147483647 w 3032"/>
                <a:gd name="T31" fmla="*/ 2147483647 h 2995"/>
                <a:gd name="T32" fmla="*/ 2147483647 w 3032"/>
                <a:gd name="T33" fmla="*/ 0 h 2995"/>
                <a:gd name="T34" fmla="*/ 2147483647 w 3032"/>
                <a:gd name="T35" fmla="*/ 2147483647 h 2995"/>
                <a:gd name="T36" fmla="*/ 2147483647 w 3032"/>
                <a:gd name="T37" fmla="*/ 2147483647 h 2995"/>
                <a:gd name="T38" fmla="*/ 2147483647 w 3032"/>
                <a:gd name="T39" fmla="*/ 2147483647 h 2995"/>
                <a:gd name="T40" fmla="*/ 2147483647 w 3032"/>
                <a:gd name="T41" fmla="*/ 2147483647 h 2995"/>
                <a:gd name="T42" fmla="*/ 2147483647 w 3032"/>
                <a:gd name="T43" fmla="*/ 2147483647 h 2995"/>
                <a:gd name="T44" fmla="*/ 2147483647 w 3032"/>
                <a:gd name="T45" fmla="*/ 2147483647 h 2995"/>
                <a:gd name="T46" fmla="*/ 2147483647 w 3032"/>
                <a:gd name="T47" fmla="*/ 2147483647 h 2995"/>
                <a:gd name="T48" fmla="*/ 2147483647 w 3032"/>
                <a:gd name="T49" fmla="*/ 2147483647 h 2995"/>
                <a:gd name="T50" fmla="*/ 2147483647 w 3032"/>
                <a:gd name="T51" fmla="*/ 2147483647 h 2995"/>
                <a:gd name="T52" fmla="*/ 2147483647 w 3032"/>
                <a:gd name="T53" fmla="*/ 2147483647 h 2995"/>
                <a:gd name="T54" fmla="*/ 2147483647 w 3032"/>
                <a:gd name="T55" fmla="*/ 2147483647 h 2995"/>
                <a:gd name="T56" fmla="*/ 2147483647 w 3032"/>
                <a:gd name="T57" fmla="*/ 2147483647 h 2995"/>
                <a:gd name="T58" fmla="*/ 2147483647 w 3032"/>
                <a:gd name="T59" fmla="*/ 2147483647 h 2995"/>
                <a:gd name="T60" fmla="*/ 2147483647 w 3032"/>
                <a:gd name="T61" fmla="*/ 2147483647 h 2995"/>
                <a:gd name="T62" fmla="*/ 2147483647 w 3032"/>
                <a:gd name="T63" fmla="*/ 2147483647 h 2995"/>
                <a:gd name="T64" fmla="*/ 2147483647 w 3032"/>
                <a:gd name="T65" fmla="*/ 2147483647 h 2995"/>
                <a:gd name="T66" fmla="*/ 2147483647 w 3032"/>
                <a:gd name="T67" fmla="*/ 2147483647 h 2995"/>
                <a:gd name="T68" fmla="*/ 2147483647 w 3032"/>
                <a:gd name="T69" fmla="*/ 2147483647 h 2995"/>
                <a:gd name="T70" fmla="*/ 2147483647 w 3032"/>
                <a:gd name="T71" fmla="*/ 2147483647 h 2995"/>
                <a:gd name="T72" fmla="*/ 2147483647 w 3032"/>
                <a:gd name="T73" fmla="*/ 2147483647 h 2995"/>
                <a:gd name="T74" fmla="*/ 2147483647 w 3032"/>
                <a:gd name="T75" fmla="*/ 2147483647 h 299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2"/>
                <a:gd name="T115" fmla="*/ 0 h 2995"/>
                <a:gd name="T116" fmla="*/ 3032 w 3032"/>
                <a:gd name="T117" fmla="*/ 2995 h 299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2" h="2995">
                  <a:moveTo>
                    <a:pt x="329" y="2730"/>
                  </a:moveTo>
                  <a:lnTo>
                    <a:pt x="280" y="2453"/>
                  </a:lnTo>
                  <a:lnTo>
                    <a:pt x="113" y="2446"/>
                  </a:lnTo>
                  <a:lnTo>
                    <a:pt x="17" y="2302"/>
                  </a:lnTo>
                  <a:lnTo>
                    <a:pt x="0" y="2188"/>
                  </a:lnTo>
                  <a:lnTo>
                    <a:pt x="210" y="2085"/>
                  </a:lnTo>
                  <a:lnTo>
                    <a:pt x="178" y="1963"/>
                  </a:lnTo>
                  <a:lnTo>
                    <a:pt x="72" y="1801"/>
                  </a:lnTo>
                  <a:lnTo>
                    <a:pt x="178" y="1743"/>
                  </a:lnTo>
                  <a:lnTo>
                    <a:pt x="32" y="1592"/>
                  </a:lnTo>
                  <a:lnTo>
                    <a:pt x="32" y="1452"/>
                  </a:lnTo>
                  <a:lnTo>
                    <a:pt x="119" y="1408"/>
                  </a:lnTo>
                  <a:lnTo>
                    <a:pt x="136" y="1517"/>
                  </a:lnTo>
                  <a:lnTo>
                    <a:pt x="216" y="1666"/>
                  </a:lnTo>
                  <a:lnTo>
                    <a:pt x="377" y="1808"/>
                  </a:lnTo>
                  <a:lnTo>
                    <a:pt x="329" y="2001"/>
                  </a:lnTo>
                  <a:lnTo>
                    <a:pt x="394" y="2085"/>
                  </a:lnTo>
                  <a:lnTo>
                    <a:pt x="297" y="2182"/>
                  </a:lnTo>
                  <a:lnTo>
                    <a:pt x="426" y="2162"/>
                  </a:lnTo>
                  <a:lnTo>
                    <a:pt x="443" y="1762"/>
                  </a:lnTo>
                  <a:lnTo>
                    <a:pt x="280" y="1517"/>
                  </a:lnTo>
                  <a:lnTo>
                    <a:pt x="200" y="1246"/>
                  </a:lnTo>
                  <a:lnTo>
                    <a:pt x="716" y="1246"/>
                  </a:lnTo>
                  <a:lnTo>
                    <a:pt x="700" y="956"/>
                  </a:lnTo>
                  <a:lnTo>
                    <a:pt x="975" y="698"/>
                  </a:lnTo>
                  <a:lnTo>
                    <a:pt x="1264" y="633"/>
                  </a:lnTo>
                  <a:lnTo>
                    <a:pt x="1313" y="536"/>
                  </a:lnTo>
                  <a:lnTo>
                    <a:pt x="1458" y="536"/>
                  </a:lnTo>
                  <a:lnTo>
                    <a:pt x="1458" y="633"/>
                  </a:lnTo>
                  <a:lnTo>
                    <a:pt x="1652" y="471"/>
                  </a:lnTo>
                  <a:lnTo>
                    <a:pt x="1652" y="388"/>
                  </a:lnTo>
                  <a:lnTo>
                    <a:pt x="1845" y="388"/>
                  </a:lnTo>
                  <a:lnTo>
                    <a:pt x="1749" y="195"/>
                  </a:lnTo>
                  <a:lnTo>
                    <a:pt x="1845" y="0"/>
                  </a:lnTo>
                  <a:lnTo>
                    <a:pt x="2103" y="32"/>
                  </a:lnTo>
                  <a:lnTo>
                    <a:pt x="2006" y="162"/>
                  </a:lnTo>
                  <a:lnTo>
                    <a:pt x="2152" y="146"/>
                  </a:lnTo>
                  <a:lnTo>
                    <a:pt x="2135" y="307"/>
                  </a:lnTo>
                  <a:lnTo>
                    <a:pt x="2313" y="210"/>
                  </a:lnTo>
                  <a:lnTo>
                    <a:pt x="2636" y="259"/>
                  </a:lnTo>
                  <a:lnTo>
                    <a:pt x="2668" y="420"/>
                  </a:lnTo>
                  <a:lnTo>
                    <a:pt x="2748" y="568"/>
                  </a:lnTo>
                  <a:lnTo>
                    <a:pt x="2491" y="956"/>
                  </a:lnTo>
                  <a:lnTo>
                    <a:pt x="2281" y="1310"/>
                  </a:lnTo>
                  <a:lnTo>
                    <a:pt x="2684" y="1053"/>
                  </a:lnTo>
                  <a:lnTo>
                    <a:pt x="2587" y="988"/>
                  </a:lnTo>
                  <a:lnTo>
                    <a:pt x="2716" y="872"/>
                  </a:lnTo>
                  <a:lnTo>
                    <a:pt x="2748" y="952"/>
                  </a:lnTo>
                  <a:lnTo>
                    <a:pt x="2716" y="1124"/>
                  </a:lnTo>
                  <a:lnTo>
                    <a:pt x="2775" y="1317"/>
                  </a:lnTo>
                  <a:lnTo>
                    <a:pt x="2943" y="1446"/>
                  </a:lnTo>
                  <a:lnTo>
                    <a:pt x="2952" y="1560"/>
                  </a:lnTo>
                  <a:lnTo>
                    <a:pt x="3032" y="1679"/>
                  </a:lnTo>
                  <a:lnTo>
                    <a:pt x="2856" y="1923"/>
                  </a:lnTo>
                  <a:lnTo>
                    <a:pt x="2856" y="2124"/>
                  </a:lnTo>
                  <a:lnTo>
                    <a:pt x="2726" y="2139"/>
                  </a:lnTo>
                  <a:lnTo>
                    <a:pt x="2581" y="2292"/>
                  </a:lnTo>
                  <a:lnTo>
                    <a:pt x="2584" y="2281"/>
                  </a:lnTo>
                  <a:lnTo>
                    <a:pt x="2483" y="2324"/>
                  </a:lnTo>
                  <a:lnTo>
                    <a:pt x="2276" y="2347"/>
                  </a:lnTo>
                  <a:lnTo>
                    <a:pt x="2033" y="2302"/>
                  </a:lnTo>
                  <a:lnTo>
                    <a:pt x="1938" y="2227"/>
                  </a:lnTo>
                  <a:lnTo>
                    <a:pt x="1838" y="2308"/>
                  </a:lnTo>
                  <a:lnTo>
                    <a:pt x="1514" y="2487"/>
                  </a:lnTo>
                  <a:lnTo>
                    <a:pt x="1431" y="2697"/>
                  </a:lnTo>
                  <a:lnTo>
                    <a:pt x="1325" y="2723"/>
                  </a:lnTo>
                  <a:lnTo>
                    <a:pt x="1200" y="2908"/>
                  </a:lnTo>
                  <a:lnTo>
                    <a:pt x="1101" y="2950"/>
                  </a:lnTo>
                  <a:lnTo>
                    <a:pt x="1090" y="2995"/>
                  </a:lnTo>
                  <a:lnTo>
                    <a:pt x="913" y="2940"/>
                  </a:lnTo>
                  <a:lnTo>
                    <a:pt x="713" y="2983"/>
                  </a:lnTo>
                  <a:lnTo>
                    <a:pt x="637" y="2866"/>
                  </a:lnTo>
                  <a:lnTo>
                    <a:pt x="531" y="2778"/>
                  </a:lnTo>
                  <a:lnTo>
                    <a:pt x="439" y="2963"/>
                  </a:lnTo>
                  <a:lnTo>
                    <a:pt x="350" y="2917"/>
                  </a:lnTo>
                  <a:lnTo>
                    <a:pt x="340" y="2787"/>
                  </a:lnTo>
                  <a:lnTo>
                    <a:pt x="329" y="273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62" name="Freeform 83"/>
            <p:cNvSpPr>
              <a:spLocks noChangeAspect="1"/>
            </p:cNvSpPr>
            <p:nvPr/>
          </p:nvSpPr>
          <p:spPr bwMode="auto">
            <a:xfrm>
              <a:off x="5270500" y="2913063"/>
              <a:ext cx="941388" cy="1036637"/>
            </a:xfrm>
            <a:custGeom>
              <a:avLst/>
              <a:gdLst>
                <a:gd name="T0" fmla="*/ 2147483647 w 2362"/>
                <a:gd name="T1" fmla="*/ 2147483647 h 2962"/>
                <a:gd name="T2" fmla="*/ 2147483647 w 2362"/>
                <a:gd name="T3" fmla="*/ 2147483647 h 2962"/>
                <a:gd name="T4" fmla="*/ 2147483647 w 2362"/>
                <a:gd name="T5" fmla="*/ 2147483647 h 2962"/>
                <a:gd name="T6" fmla="*/ 2147483647 w 2362"/>
                <a:gd name="T7" fmla="*/ 0 h 2962"/>
                <a:gd name="T8" fmla="*/ 2147483647 w 2362"/>
                <a:gd name="T9" fmla="*/ 2147483647 h 2962"/>
                <a:gd name="T10" fmla="*/ 2147483647 w 2362"/>
                <a:gd name="T11" fmla="*/ 2147483647 h 2962"/>
                <a:gd name="T12" fmla="*/ 2147483647 w 2362"/>
                <a:gd name="T13" fmla="*/ 2147483647 h 2962"/>
                <a:gd name="T14" fmla="*/ 2147483647 w 2362"/>
                <a:gd name="T15" fmla="*/ 2147483647 h 2962"/>
                <a:gd name="T16" fmla="*/ 2147483647 w 2362"/>
                <a:gd name="T17" fmla="*/ 2147483647 h 2962"/>
                <a:gd name="T18" fmla="*/ 2147483647 w 2362"/>
                <a:gd name="T19" fmla="*/ 2147483647 h 2962"/>
                <a:gd name="T20" fmla="*/ 2147483647 w 2362"/>
                <a:gd name="T21" fmla="*/ 2147483647 h 2962"/>
                <a:gd name="T22" fmla="*/ 2147483647 w 2362"/>
                <a:gd name="T23" fmla="*/ 2147483647 h 2962"/>
                <a:gd name="T24" fmla="*/ 2147483647 w 2362"/>
                <a:gd name="T25" fmla="*/ 2147483647 h 2962"/>
                <a:gd name="T26" fmla="*/ 2147483647 w 2362"/>
                <a:gd name="T27" fmla="*/ 2147483647 h 2962"/>
                <a:gd name="T28" fmla="*/ 2147483647 w 2362"/>
                <a:gd name="T29" fmla="*/ 2147483647 h 2962"/>
                <a:gd name="T30" fmla="*/ 2147483647 w 2362"/>
                <a:gd name="T31" fmla="*/ 2147483647 h 2962"/>
                <a:gd name="T32" fmla="*/ 2147483647 w 2362"/>
                <a:gd name="T33" fmla="*/ 2147483647 h 2962"/>
                <a:gd name="T34" fmla="*/ 2147483647 w 2362"/>
                <a:gd name="T35" fmla="*/ 2147483647 h 2962"/>
                <a:gd name="T36" fmla="*/ 2147483647 w 2362"/>
                <a:gd name="T37" fmla="*/ 2147483647 h 2962"/>
                <a:gd name="T38" fmla="*/ 2147483647 w 2362"/>
                <a:gd name="T39" fmla="*/ 2147483647 h 2962"/>
                <a:gd name="T40" fmla="*/ 2147483647 w 2362"/>
                <a:gd name="T41" fmla="*/ 2147483647 h 2962"/>
                <a:gd name="T42" fmla="*/ 2147483647 w 2362"/>
                <a:gd name="T43" fmla="*/ 2147483647 h 2962"/>
                <a:gd name="T44" fmla="*/ 2147483647 w 2362"/>
                <a:gd name="T45" fmla="*/ 2147483647 h 2962"/>
                <a:gd name="T46" fmla="*/ 2147483647 w 2362"/>
                <a:gd name="T47" fmla="*/ 2147483647 h 2962"/>
                <a:gd name="T48" fmla="*/ 2147483647 w 2362"/>
                <a:gd name="T49" fmla="*/ 2147483647 h 2962"/>
                <a:gd name="T50" fmla="*/ 2147483647 w 2362"/>
                <a:gd name="T51" fmla="*/ 2147483647 h 2962"/>
                <a:gd name="T52" fmla="*/ 2147483647 w 2362"/>
                <a:gd name="T53" fmla="*/ 2147483647 h 2962"/>
                <a:gd name="T54" fmla="*/ 2147483647 w 2362"/>
                <a:gd name="T55" fmla="*/ 2147483647 h 2962"/>
                <a:gd name="T56" fmla="*/ 2147483647 w 2362"/>
                <a:gd name="T57" fmla="*/ 2147483647 h 2962"/>
                <a:gd name="T58" fmla="*/ 2147483647 w 2362"/>
                <a:gd name="T59" fmla="*/ 2147483647 h 2962"/>
                <a:gd name="T60" fmla="*/ 2147483647 w 2362"/>
                <a:gd name="T61" fmla="*/ 2147483647 h 2962"/>
                <a:gd name="T62" fmla="*/ 0 w 2362"/>
                <a:gd name="T63" fmla="*/ 2147483647 h 2962"/>
                <a:gd name="T64" fmla="*/ 2147483647 w 2362"/>
                <a:gd name="T65" fmla="*/ 2147483647 h 2962"/>
                <a:gd name="T66" fmla="*/ 2147483647 w 2362"/>
                <a:gd name="T67" fmla="*/ 2147483647 h 29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2"/>
                <a:gd name="T103" fmla="*/ 0 h 2962"/>
                <a:gd name="T104" fmla="*/ 2362 w 2362"/>
                <a:gd name="T105" fmla="*/ 2962 h 29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2" h="2962">
                  <a:moveTo>
                    <a:pt x="261" y="768"/>
                  </a:moveTo>
                  <a:lnTo>
                    <a:pt x="272" y="723"/>
                  </a:lnTo>
                  <a:lnTo>
                    <a:pt x="371" y="681"/>
                  </a:lnTo>
                  <a:lnTo>
                    <a:pt x="496" y="496"/>
                  </a:lnTo>
                  <a:lnTo>
                    <a:pt x="602" y="470"/>
                  </a:lnTo>
                  <a:lnTo>
                    <a:pt x="685" y="260"/>
                  </a:lnTo>
                  <a:lnTo>
                    <a:pt x="1009" y="81"/>
                  </a:lnTo>
                  <a:lnTo>
                    <a:pt x="1109" y="0"/>
                  </a:lnTo>
                  <a:lnTo>
                    <a:pt x="1204" y="75"/>
                  </a:lnTo>
                  <a:lnTo>
                    <a:pt x="1447" y="120"/>
                  </a:lnTo>
                  <a:lnTo>
                    <a:pt x="1654" y="97"/>
                  </a:lnTo>
                  <a:lnTo>
                    <a:pt x="1755" y="54"/>
                  </a:lnTo>
                  <a:lnTo>
                    <a:pt x="1752" y="65"/>
                  </a:lnTo>
                  <a:lnTo>
                    <a:pt x="1849" y="181"/>
                  </a:lnTo>
                  <a:lnTo>
                    <a:pt x="1919" y="342"/>
                  </a:lnTo>
                  <a:lnTo>
                    <a:pt x="1913" y="471"/>
                  </a:lnTo>
                  <a:lnTo>
                    <a:pt x="1968" y="581"/>
                  </a:lnTo>
                  <a:lnTo>
                    <a:pt x="1864" y="730"/>
                  </a:lnTo>
                  <a:lnTo>
                    <a:pt x="1936" y="768"/>
                  </a:lnTo>
                  <a:lnTo>
                    <a:pt x="1968" y="936"/>
                  </a:lnTo>
                  <a:lnTo>
                    <a:pt x="2074" y="1042"/>
                  </a:lnTo>
                  <a:lnTo>
                    <a:pt x="2010" y="1188"/>
                  </a:lnTo>
                  <a:lnTo>
                    <a:pt x="2059" y="1355"/>
                  </a:lnTo>
                  <a:lnTo>
                    <a:pt x="2322" y="1355"/>
                  </a:lnTo>
                  <a:lnTo>
                    <a:pt x="2362" y="1432"/>
                  </a:lnTo>
                  <a:lnTo>
                    <a:pt x="2339" y="1478"/>
                  </a:lnTo>
                  <a:lnTo>
                    <a:pt x="2226" y="1478"/>
                  </a:lnTo>
                  <a:lnTo>
                    <a:pt x="2194" y="1665"/>
                  </a:lnTo>
                  <a:lnTo>
                    <a:pt x="2155" y="1743"/>
                  </a:lnTo>
                  <a:lnTo>
                    <a:pt x="2252" y="1898"/>
                  </a:lnTo>
                  <a:lnTo>
                    <a:pt x="2220" y="2019"/>
                  </a:lnTo>
                  <a:lnTo>
                    <a:pt x="2065" y="2262"/>
                  </a:lnTo>
                  <a:lnTo>
                    <a:pt x="2107" y="2407"/>
                  </a:lnTo>
                  <a:lnTo>
                    <a:pt x="2243" y="2504"/>
                  </a:lnTo>
                  <a:lnTo>
                    <a:pt x="2268" y="2617"/>
                  </a:lnTo>
                  <a:lnTo>
                    <a:pt x="2203" y="2665"/>
                  </a:lnTo>
                  <a:lnTo>
                    <a:pt x="2275" y="2784"/>
                  </a:lnTo>
                  <a:lnTo>
                    <a:pt x="2235" y="2962"/>
                  </a:lnTo>
                  <a:lnTo>
                    <a:pt x="2059" y="2881"/>
                  </a:lnTo>
                  <a:lnTo>
                    <a:pt x="1961" y="2784"/>
                  </a:lnTo>
                  <a:lnTo>
                    <a:pt x="1906" y="2784"/>
                  </a:lnTo>
                  <a:lnTo>
                    <a:pt x="1827" y="2702"/>
                  </a:lnTo>
                  <a:lnTo>
                    <a:pt x="1622" y="2720"/>
                  </a:lnTo>
                  <a:lnTo>
                    <a:pt x="1505" y="2659"/>
                  </a:lnTo>
                  <a:lnTo>
                    <a:pt x="1414" y="2752"/>
                  </a:lnTo>
                  <a:lnTo>
                    <a:pt x="1158" y="2821"/>
                  </a:lnTo>
                  <a:lnTo>
                    <a:pt x="934" y="2838"/>
                  </a:lnTo>
                  <a:lnTo>
                    <a:pt x="851" y="2740"/>
                  </a:lnTo>
                  <a:lnTo>
                    <a:pt x="851" y="2465"/>
                  </a:lnTo>
                  <a:lnTo>
                    <a:pt x="653" y="2459"/>
                  </a:lnTo>
                  <a:lnTo>
                    <a:pt x="563" y="2393"/>
                  </a:lnTo>
                  <a:lnTo>
                    <a:pt x="503" y="2491"/>
                  </a:lnTo>
                  <a:lnTo>
                    <a:pt x="338" y="2572"/>
                  </a:lnTo>
                  <a:lnTo>
                    <a:pt x="239" y="2368"/>
                  </a:lnTo>
                  <a:lnTo>
                    <a:pt x="298" y="2287"/>
                  </a:lnTo>
                  <a:lnTo>
                    <a:pt x="156" y="2183"/>
                  </a:lnTo>
                  <a:lnTo>
                    <a:pt x="248" y="2085"/>
                  </a:lnTo>
                  <a:lnTo>
                    <a:pt x="332" y="2059"/>
                  </a:lnTo>
                  <a:lnTo>
                    <a:pt x="381" y="1832"/>
                  </a:lnTo>
                  <a:lnTo>
                    <a:pt x="480" y="1783"/>
                  </a:lnTo>
                  <a:lnTo>
                    <a:pt x="354" y="1598"/>
                  </a:lnTo>
                  <a:lnTo>
                    <a:pt x="39" y="1483"/>
                  </a:lnTo>
                  <a:lnTo>
                    <a:pt x="73" y="1339"/>
                  </a:lnTo>
                  <a:lnTo>
                    <a:pt x="0" y="1275"/>
                  </a:lnTo>
                  <a:lnTo>
                    <a:pt x="73" y="1190"/>
                  </a:lnTo>
                  <a:lnTo>
                    <a:pt x="39" y="1054"/>
                  </a:lnTo>
                  <a:lnTo>
                    <a:pt x="149" y="1028"/>
                  </a:lnTo>
                  <a:lnTo>
                    <a:pt x="265" y="843"/>
                  </a:lnTo>
                  <a:lnTo>
                    <a:pt x="261" y="76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63" name="Freeform 84"/>
            <p:cNvSpPr>
              <a:spLocks noChangeAspect="1"/>
            </p:cNvSpPr>
            <p:nvPr/>
          </p:nvSpPr>
          <p:spPr bwMode="auto">
            <a:xfrm>
              <a:off x="1720850" y="2614613"/>
              <a:ext cx="141288" cy="161925"/>
            </a:xfrm>
            <a:custGeom>
              <a:avLst/>
              <a:gdLst>
                <a:gd name="T0" fmla="*/ 0 w 359"/>
                <a:gd name="T1" fmla="*/ 2147483647 h 459"/>
                <a:gd name="T2" fmla="*/ 2147483647 w 359"/>
                <a:gd name="T3" fmla="*/ 2147483647 h 459"/>
                <a:gd name="T4" fmla="*/ 2147483647 w 359"/>
                <a:gd name="T5" fmla="*/ 2147483647 h 459"/>
                <a:gd name="T6" fmla="*/ 2147483647 w 359"/>
                <a:gd name="T7" fmla="*/ 2147483647 h 459"/>
                <a:gd name="T8" fmla="*/ 2147483647 w 359"/>
                <a:gd name="T9" fmla="*/ 2147483647 h 459"/>
                <a:gd name="T10" fmla="*/ 2147483647 w 359"/>
                <a:gd name="T11" fmla="*/ 2147483647 h 459"/>
                <a:gd name="T12" fmla="*/ 2147483647 w 359"/>
                <a:gd name="T13" fmla="*/ 2147483647 h 459"/>
                <a:gd name="T14" fmla="*/ 2147483647 w 359"/>
                <a:gd name="T15" fmla="*/ 2147483647 h 459"/>
                <a:gd name="T16" fmla="*/ 2147483647 w 359"/>
                <a:gd name="T17" fmla="*/ 2147483647 h 459"/>
                <a:gd name="T18" fmla="*/ 2147483647 w 359"/>
                <a:gd name="T19" fmla="*/ 0 h 459"/>
                <a:gd name="T20" fmla="*/ 2147483647 w 359"/>
                <a:gd name="T21" fmla="*/ 0 h 459"/>
                <a:gd name="T22" fmla="*/ 0 w 359"/>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9"/>
                <a:gd name="T37" fmla="*/ 0 h 459"/>
                <a:gd name="T38" fmla="*/ 359 w 359"/>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9" h="459">
                  <a:moveTo>
                    <a:pt x="0" y="81"/>
                  </a:moveTo>
                  <a:lnTo>
                    <a:pt x="228" y="459"/>
                  </a:lnTo>
                  <a:lnTo>
                    <a:pt x="235" y="459"/>
                  </a:lnTo>
                  <a:lnTo>
                    <a:pt x="250" y="393"/>
                  </a:lnTo>
                  <a:lnTo>
                    <a:pt x="326" y="393"/>
                  </a:lnTo>
                  <a:lnTo>
                    <a:pt x="359" y="354"/>
                  </a:lnTo>
                  <a:lnTo>
                    <a:pt x="284" y="281"/>
                  </a:lnTo>
                  <a:lnTo>
                    <a:pt x="286" y="105"/>
                  </a:lnTo>
                  <a:lnTo>
                    <a:pt x="244" y="131"/>
                  </a:lnTo>
                  <a:lnTo>
                    <a:pt x="130" y="0"/>
                  </a:lnTo>
                  <a:lnTo>
                    <a:pt x="72" y="0"/>
                  </a:lnTo>
                  <a:lnTo>
                    <a:pt x="0" y="8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264" name="Freeform 85"/>
            <p:cNvSpPr>
              <a:spLocks noChangeAspect="1"/>
            </p:cNvSpPr>
            <p:nvPr/>
          </p:nvSpPr>
          <p:spPr bwMode="auto">
            <a:xfrm>
              <a:off x="8304213" y="3389313"/>
              <a:ext cx="641350" cy="611187"/>
            </a:xfrm>
            <a:custGeom>
              <a:avLst/>
              <a:gdLst>
                <a:gd name="T0" fmla="*/ 2147483647 w 1612"/>
                <a:gd name="T1" fmla="*/ 2147483647 h 1744"/>
                <a:gd name="T2" fmla="*/ 2147483647 w 1612"/>
                <a:gd name="T3" fmla="*/ 2147483647 h 1744"/>
                <a:gd name="T4" fmla="*/ 2147483647 w 1612"/>
                <a:gd name="T5" fmla="*/ 2147483647 h 1744"/>
                <a:gd name="T6" fmla="*/ 2147483647 w 1612"/>
                <a:gd name="T7" fmla="*/ 0 h 1744"/>
                <a:gd name="T8" fmla="*/ 0 w 1612"/>
                <a:gd name="T9" fmla="*/ 2147483647 h 1744"/>
                <a:gd name="T10" fmla="*/ 2147483647 w 1612"/>
                <a:gd name="T11" fmla="*/ 2147483647 h 1744"/>
                <a:gd name="T12" fmla="*/ 2147483647 w 1612"/>
                <a:gd name="T13" fmla="*/ 2147483647 h 1744"/>
                <a:gd name="T14" fmla="*/ 2147483647 w 1612"/>
                <a:gd name="T15" fmla="*/ 2147483647 h 1744"/>
                <a:gd name="T16" fmla="*/ 2147483647 w 1612"/>
                <a:gd name="T17" fmla="*/ 2147483647 h 1744"/>
                <a:gd name="T18" fmla="*/ 2147483647 w 1612"/>
                <a:gd name="T19" fmla="*/ 2147483647 h 1744"/>
                <a:gd name="T20" fmla="*/ 2147483647 w 1612"/>
                <a:gd name="T21" fmla="*/ 2147483647 h 1744"/>
                <a:gd name="T22" fmla="*/ 2147483647 w 1612"/>
                <a:gd name="T23" fmla="*/ 2147483647 h 1744"/>
                <a:gd name="T24" fmla="*/ 2147483647 w 1612"/>
                <a:gd name="T25" fmla="*/ 2147483647 h 1744"/>
                <a:gd name="T26" fmla="*/ 2147483647 w 1612"/>
                <a:gd name="T27" fmla="*/ 2147483647 h 1744"/>
                <a:gd name="T28" fmla="*/ 2147483647 w 1612"/>
                <a:gd name="T29" fmla="*/ 2147483647 h 1744"/>
                <a:gd name="T30" fmla="*/ 2147483647 w 1612"/>
                <a:gd name="T31" fmla="*/ 2147483647 h 1744"/>
                <a:gd name="T32" fmla="*/ 2147483647 w 1612"/>
                <a:gd name="T33" fmla="*/ 2147483647 h 1744"/>
                <a:gd name="T34" fmla="*/ 2147483647 w 1612"/>
                <a:gd name="T35" fmla="*/ 2147483647 h 1744"/>
                <a:gd name="T36" fmla="*/ 2147483647 w 1612"/>
                <a:gd name="T37" fmla="*/ 2147483647 h 1744"/>
                <a:gd name="T38" fmla="*/ 2147483647 w 1612"/>
                <a:gd name="T39" fmla="*/ 2147483647 h 1744"/>
                <a:gd name="T40" fmla="*/ 2147483647 w 1612"/>
                <a:gd name="T41" fmla="*/ 2147483647 h 1744"/>
                <a:gd name="T42" fmla="*/ 2147483647 w 1612"/>
                <a:gd name="T43" fmla="*/ 2147483647 h 1744"/>
                <a:gd name="T44" fmla="*/ 2147483647 w 1612"/>
                <a:gd name="T45" fmla="*/ 2147483647 h 1744"/>
                <a:gd name="T46" fmla="*/ 2147483647 w 1612"/>
                <a:gd name="T47" fmla="*/ 2147483647 h 1744"/>
                <a:gd name="T48" fmla="*/ 2147483647 w 1612"/>
                <a:gd name="T49" fmla="*/ 2147483647 h 1744"/>
                <a:gd name="T50" fmla="*/ 2147483647 w 1612"/>
                <a:gd name="T51" fmla="*/ 2147483647 h 1744"/>
                <a:gd name="T52" fmla="*/ 2147483647 w 1612"/>
                <a:gd name="T53" fmla="*/ 2147483647 h 1744"/>
                <a:gd name="T54" fmla="*/ 2147483647 w 1612"/>
                <a:gd name="T55" fmla="*/ 2147483647 h 1744"/>
                <a:gd name="T56" fmla="*/ 2147483647 w 1612"/>
                <a:gd name="T57" fmla="*/ 2147483647 h 1744"/>
                <a:gd name="T58" fmla="*/ 2147483647 w 1612"/>
                <a:gd name="T59" fmla="*/ 2147483647 h 1744"/>
                <a:gd name="T60" fmla="*/ 2147483647 w 1612"/>
                <a:gd name="T61" fmla="*/ 2147483647 h 1744"/>
                <a:gd name="T62" fmla="*/ 2147483647 w 1612"/>
                <a:gd name="T63" fmla="*/ 2147483647 h 1744"/>
                <a:gd name="T64" fmla="*/ 2147483647 w 1612"/>
                <a:gd name="T65" fmla="*/ 2147483647 h 1744"/>
                <a:gd name="T66" fmla="*/ 2147483647 w 1612"/>
                <a:gd name="T67" fmla="*/ 2147483647 h 1744"/>
                <a:gd name="T68" fmla="*/ 2147483647 w 1612"/>
                <a:gd name="T69" fmla="*/ 2147483647 h 1744"/>
                <a:gd name="T70" fmla="*/ 2147483647 w 1612"/>
                <a:gd name="T71" fmla="*/ 2147483647 h 17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12"/>
                <a:gd name="T109" fmla="*/ 0 h 1744"/>
                <a:gd name="T110" fmla="*/ 1612 w 1612"/>
                <a:gd name="T111" fmla="*/ 1744 h 17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12" h="1744">
                  <a:moveTo>
                    <a:pt x="397" y="282"/>
                  </a:moveTo>
                  <a:lnTo>
                    <a:pt x="242" y="120"/>
                  </a:lnTo>
                  <a:lnTo>
                    <a:pt x="177" y="136"/>
                  </a:lnTo>
                  <a:lnTo>
                    <a:pt x="49" y="0"/>
                  </a:lnTo>
                  <a:lnTo>
                    <a:pt x="0" y="82"/>
                  </a:lnTo>
                  <a:lnTo>
                    <a:pt x="96" y="136"/>
                  </a:lnTo>
                  <a:lnTo>
                    <a:pt x="138" y="227"/>
                  </a:lnTo>
                  <a:lnTo>
                    <a:pt x="58" y="243"/>
                  </a:lnTo>
                  <a:lnTo>
                    <a:pt x="81" y="346"/>
                  </a:lnTo>
                  <a:lnTo>
                    <a:pt x="193" y="443"/>
                  </a:lnTo>
                  <a:lnTo>
                    <a:pt x="322" y="614"/>
                  </a:lnTo>
                  <a:lnTo>
                    <a:pt x="429" y="630"/>
                  </a:lnTo>
                  <a:lnTo>
                    <a:pt x="573" y="775"/>
                  </a:lnTo>
                  <a:lnTo>
                    <a:pt x="622" y="920"/>
                  </a:lnTo>
                  <a:lnTo>
                    <a:pt x="768" y="985"/>
                  </a:lnTo>
                  <a:lnTo>
                    <a:pt x="870" y="1185"/>
                  </a:lnTo>
                  <a:lnTo>
                    <a:pt x="1074" y="1324"/>
                  </a:lnTo>
                  <a:lnTo>
                    <a:pt x="1090" y="1452"/>
                  </a:lnTo>
                  <a:lnTo>
                    <a:pt x="1315" y="1679"/>
                  </a:lnTo>
                  <a:lnTo>
                    <a:pt x="1468" y="1744"/>
                  </a:lnTo>
                  <a:lnTo>
                    <a:pt x="1370" y="1566"/>
                  </a:lnTo>
                  <a:lnTo>
                    <a:pt x="1419" y="1517"/>
                  </a:lnTo>
                  <a:lnTo>
                    <a:pt x="1510" y="1507"/>
                  </a:lnTo>
                  <a:lnTo>
                    <a:pt x="1557" y="1556"/>
                  </a:lnTo>
                  <a:lnTo>
                    <a:pt x="1612" y="1475"/>
                  </a:lnTo>
                  <a:lnTo>
                    <a:pt x="1493" y="1379"/>
                  </a:lnTo>
                  <a:lnTo>
                    <a:pt x="1241" y="1314"/>
                  </a:lnTo>
                  <a:lnTo>
                    <a:pt x="1154" y="1282"/>
                  </a:lnTo>
                  <a:lnTo>
                    <a:pt x="1041" y="1056"/>
                  </a:lnTo>
                  <a:lnTo>
                    <a:pt x="984" y="969"/>
                  </a:lnTo>
                  <a:lnTo>
                    <a:pt x="1074" y="879"/>
                  </a:lnTo>
                  <a:lnTo>
                    <a:pt x="1187" y="856"/>
                  </a:lnTo>
                  <a:lnTo>
                    <a:pt x="984" y="718"/>
                  </a:lnTo>
                  <a:lnTo>
                    <a:pt x="719" y="517"/>
                  </a:lnTo>
                  <a:lnTo>
                    <a:pt x="596" y="475"/>
                  </a:lnTo>
                  <a:lnTo>
                    <a:pt x="397" y="28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nvGrpSpPr>
            <p:cNvPr id="265" name="Group 86"/>
            <p:cNvGrpSpPr>
              <a:grpSpLocks noChangeAspect="1"/>
            </p:cNvGrpSpPr>
            <p:nvPr/>
          </p:nvGrpSpPr>
          <p:grpSpPr bwMode="auto">
            <a:xfrm>
              <a:off x="3797300" y="1600200"/>
              <a:ext cx="1106488" cy="1050925"/>
              <a:chOff x="2023" y="1393"/>
              <a:chExt cx="554" cy="600"/>
            </a:xfrm>
          </p:grpSpPr>
          <p:sp>
            <p:nvSpPr>
              <p:cNvPr id="337" name="Freeform 87"/>
              <p:cNvSpPr>
                <a:spLocks noChangeAspect="1"/>
              </p:cNvSpPr>
              <p:nvPr/>
            </p:nvSpPr>
            <p:spPr bwMode="auto">
              <a:xfrm>
                <a:off x="2160" y="1709"/>
                <a:ext cx="363" cy="264"/>
              </a:xfrm>
              <a:custGeom>
                <a:avLst/>
                <a:gdLst>
                  <a:gd name="T0" fmla="*/ 0 w 1815"/>
                  <a:gd name="T1" fmla="*/ 0 h 1317"/>
                  <a:gd name="T2" fmla="*/ 0 w 1815"/>
                  <a:gd name="T3" fmla="*/ 0 h 1317"/>
                  <a:gd name="T4" fmla="*/ 0 w 1815"/>
                  <a:gd name="T5" fmla="*/ 0 h 1317"/>
                  <a:gd name="T6" fmla="*/ 0 w 1815"/>
                  <a:gd name="T7" fmla="*/ 0 h 1317"/>
                  <a:gd name="T8" fmla="*/ 0 w 1815"/>
                  <a:gd name="T9" fmla="*/ 0 h 1317"/>
                  <a:gd name="T10" fmla="*/ 0 w 1815"/>
                  <a:gd name="T11" fmla="*/ 0 h 1317"/>
                  <a:gd name="T12" fmla="*/ 0 w 1815"/>
                  <a:gd name="T13" fmla="*/ 0 h 1317"/>
                  <a:gd name="T14" fmla="*/ 0 w 1815"/>
                  <a:gd name="T15" fmla="*/ 0 h 1317"/>
                  <a:gd name="T16" fmla="*/ 0 w 1815"/>
                  <a:gd name="T17" fmla="*/ 0 h 1317"/>
                  <a:gd name="T18" fmla="*/ 0 w 1815"/>
                  <a:gd name="T19" fmla="*/ 0 h 1317"/>
                  <a:gd name="T20" fmla="*/ 0 w 1815"/>
                  <a:gd name="T21" fmla="*/ 0 h 1317"/>
                  <a:gd name="T22" fmla="*/ 0 w 1815"/>
                  <a:gd name="T23" fmla="*/ 0 h 1317"/>
                  <a:gd name="T24" fmla="*/ 0 w 1815"/>
                  <a:gd name="T25" fmla="*/ 0 h 1317"/>
                  <a:gd name="T26" fmla="*/ 0 w 1815"/>
                  <a:gd name="T27" fmla="*/ 0 h 1317"/>
                  <a:gd name="T28" fmla="*/ 0 w 1815"/>
                  <a:gd name="T29" fmla="*/ 0 h 1317"/>
                  <a:gd name="T30" fmla="*/ 0 w 1815"/>
                  <a:gd name="T31" fmla="*/ 0 h 1317"/>
                  <a:gd name="T32" fmla="*/ 0 w 1815"/>
                  <a:gd name="T33" fmla="*/ 0 h 1317"/>
                  <a:gd name="T34" fmla="*/ 0 w 1815"/>
                  <a:gd name="T35" fmla="*/ 0 h 1317"/>
                  <a:gd name="T36" fmla="*/ 0 w 1815"/>
                  <a:gd name="T37" fmla="*/ 0 h 1317"/>
                  <a:gd name="T38" fmla="*/ 0 w 1815"/>
                  <a:gd name="T39" fmla="*/ 0 h 1317"/>
                  <a:gd name="T40" fmla="*/ 0 w 1815"/>
                  <a:gd name="T41" fmla="*/ 0 h 1317"/>
                  <a:gd name="T42" fmla="*/ 0 w 1815"/>
                  <a:gd name="T43" fmla="*/ 0 h 1317"/>
                  <a:gd name="T44" fmla="*/ 0 w 1815"/>
                  <a:gd name="T45" fmla="*/ 0 h 1317"/>
                  <a:gd name="T46" fmla="*/ 0 w 1815"/>
                  <a:gd name="T47" fmla="*/ 0 h 1317"/>
                  <a:gd name="T48" fmla="*/ 0 w 1815"/>
                  <a:gd name="T49" fmla="*/ 0 h 1317"/>
                  <a:gd name="T50" fmla="*/ 0 w 1815"/>
                  <a:gd name="T51" fmla="*/ 0 h 1317"/>
                  <a:gd name="T52" fmla="*/ 0 w 1815"/>
                  <a:gd name="T53" fmla="*/ 0 h 1317"/>
                  <a:gd name="T54" fmla="*/ 0 w 1815"/>
                  <a:gd name="T55" fmla="*/ 0 h 1317"/>
                  <a:gd name="T56" fmla="*/ 0 w 1815"/>
                  <a:gd name="T57" fmla="*/ 0 h 13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5"/>
                  <a:gd name="T88" fmla="*/ 0 h 1317"/>
                  <a:gd name="T89" fmla="*/ 1815 w 1815"/>
                  <a:gd name="T90" fmla="*/ 1317 h 13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5" h="1317">
                    <a:moveTo>
                      <a:pt x="283" y="1317"/>
                    </a:moveTo>
                    <a:lnTo>
                      <a:pt x="316" y="929"/>
                    </a:lnTo>
                    <a:lnTo>
                      <a:pt x="558" y="704"/>
                    </a:lnTo>
                    <a:lnTo>
                      <a:pt x="919" y="406"/>
                    </a:lnTo>
                    <a:lnTo>
                      <a:pt x="1347" y="274"/>
                    </a:lnTo>
                    <a:lnTo>
                      <a:pt x="1767" y="187"/>
                    </a:lnTo>
                    <a:lnTo>
                      <a:pt x="1815" y="16"/>
                    </a:lnTo>
                    <a:lnTo>
                      <a:pt x="1686" y="0"/>
                    </a:lnTo>
                    <a:lnTo>
                      <a:pt x="1451" y="90"/>
                    </a:lnTo>
                    <a:lnTo>
                      <a:pt x="1300" y="49"/>
                    </a:lnTo>
                    <a:lnTo>
                      <a:pt x="1177" y="33"/>
                    </a:lnTo>
                    <a:lnTo>
                      <a:pt x="1073" y="123"/>
                    </a:lnTo>
                    <a:lnTo>
                      <a:pt x="912" y="107"/>
                    </a:lnTo>
                    <a:lnTo>
                      <a:pt x="783" y="177"/>
                    </a:lnTo>
                    <a:lnTo>
                      <a:pt x="757" y="259"/>
                    </a:lnTo>
                    <a:lnTo>
                      <a:pt x="590" y="381"/>
                    </a:lnTo>
                    <a:lnTo>
                      <a:pt x="467" y="387"/>
                    </a:lnTo>
                    <a:lnTo>
                      <a:pt x="445" y="484"/>
                    </a:lnTo>
                    <a:lnTo>
                      <a:pt x="532" y="613"/>
                    </a:lnTo>
                    <a:lnTo>
                      <a:pt x="493" y="622"/>
                    </a:lnTo>
                    <a:lnTo>
                      <a:pt x="348" y="542"/>
                    </a:lnTo>
                    <a:lnTo>
                      <a:pt x="210" y="613"/>
                    </a:lnTo>
                    <a:lnTo>
                      <a:pt x="155" y="730"/>
                    </a:lnTo>
                    <a:lnTo>
                      <a:pt x="25" y="720"/>
                    </a:lnTo>
                    <a:lnTo>
                      <a:pt x="0" y="914"/>
                    </a:lnTo>
                    <a:lnTo>
                      <a:pt x="106" y="988"/>
                    </a:lnTo>
                    <a:lnTo>
                      <a:pt x="47" y="1203"/>
                    </a:lnTo>
                    <a:lnTo>
                      <a:pt x="187" y="1317"/>
                    </a:lnTo>
                    <a:lnTo>
                      <a:pt x="283" y="131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nvGrpSpPr>
              <p:cNvPr id="338" name="Group 88"/>
              <p:cNvGrpSpPr>
                <a:grpSpLocks noChangeAspect="1"/>
              </p:cNvGrpSpPr>
              <p:nvPr/>
            </p:nvGrpSpPr>
            <p:grpSpPr bwMode="auto">
              <a:xfrm>
                <a:off x="2374" y="1393"/>
                <a:ext cx="203" cy="109"/>
                <a:chOff x="2374" y="1393"/>
                <a:chExt cx="203" cy="109"/>
              </a:xfrm>
            </p:grpSpPr>
            <p:sp>
              <p:nvSpPr>
                <p:cNvPr id="340" name="Freeform 89"/>
                <p:cNvSpPr>
                  <a:spLocks noChangeAspect="1"/>
                </p:cNvSpPr>
                <p:nvPr/>
              </p:nvSpPr>
              <p:spPr bwMode="auto">
                <a:xfrm>
                  <a:off x="2539" y="1453"/>
                  <a:ext cx="38" cy="33"/>
                </a:xfrm>
                <a:custGeom>
                  <a:avLst/>
                  <a:gdLst>
                    <a:gd name="T0" fmla="*/ 0 w 193"/>
                    <a:gd name="T1" fmla="*/ 0 h 167"/>
                    <a:gd name="T2" fmla="*/ 0 w 193"/>
                    <a:gd name="T3" fmla="*/ 0 h 167"/>
                    <a:gd name="T4" fmla="*/ 0 w 193"/>
                    <a:gd name="T5" fmla="*/ 0 h 167"/>
                    <a:gd name="T6" fmla="*/ 0 w 193"/>
                    <a:gd name="T7" fmla="*/ 0 h 167"/>
                    <a:gd name="T8" fmla="*/ 0 w 193"/>
                    <a:gd name="T9" fmla="*/ 0 h 167"/>
                    <a:gd name="T10" fmla="*/ 0 w 193"/>
                    <a:gd name="T11" fmla="*/ 0 h 167"/>
                    <a:gd name="T12" fmla="*/ 0 60000 65536"/>
                    <a:gd name="T13" fmla="*/ 0 60000 65536"/>
                    <a:gd name="T14" fmla="*/ 0 60000 65536"/>
                    <a:gd name="T15" fmla="*/ 0 60000 65536"/>
                    <a:gd name="T16" fmla="*/ 0 60000 65536"/>
                    <a:gd name="T17" fmla="*/ 0 60000 65536"/>
                    <a:gd name="T18" fmla="*/ 0 w 193"/>
                    <a:gd name="T19" fmla="*/ 0 h 167"/>
                    <a:gd name="T20" fmla="*/ 193 w 193"/>
                    <a:gd name="T21" fmla="*/ 167 h 167"/>
                  </a:gdLst>
                  <a:ahLst/>
                  <a:cxnLst>
                    <a:cxn ang="T12">
                      <a:pos x="T0" y="T1"/>
                    </a:cxn>
                    <a:cxn ang="T13">
                      <a:pos x="T2" y="T3"/>
                    </a:cxn>
                    <a:cxn ang="T14">
                      <a:pos x="T4" y="T5"/>
                    </a:cxn>
                    <a:cxn ang="T15">
                      <a:pos x="T6" y="T7"/>
                    </a:cxn>
                    <a:cxn ang="T16">
                      <a:pos x="T8" y="T9"/>
                    </a:cxn>
                    <a:cxn ang="T17">
                      <a:pos x="T10" y="T11"/>
                    </a:cxn>
                  </a:cxnLst>
                  <a:rect l="T18" t="T19" r="T20" b="T21"/>
                  <a:pathLst>
                    <a:path w="193" h="167">
                      <a:moveTo>
                        <a:pt x="0" y="87"/>
                      </a:moveTo>
                      <a:lnTo>
                        <a:pt x="72" y="55"/>
                      </a:lnTo>
                      <a:lnTo>
                        <a:pt x="113" y="0"/>
                      </a:lnTo>
                      <a:lnTo>
                        <a:pt x="193" y="80"/>
                      </a:lnTo>
                      <a:lnTo>
                        <a:pt x="65" y="167"/>
                      </a:lnTo>
                      <a:lnTo>
                        <a:pt x="0" y="8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1" name="Freeform 90"/>
                <p:cNvSpPr>
                  <a:spLocks noChangeAspect="1"/>
                </p:cNvSpPr>
                <p:nvPr/>
              </p:nvSpPr>
              <p:spPr bwMode="auto">
                <a:xfrm>
                  <a:off x="2507" y="1456"/>
                  <a:ext cx="27" cy="24"/>
                </a:xfrm>
                <a:custGeom>
                  <a:avLst/>
                  <a:gdLst>
                    <a:gd name="T0" fmla="*/ 0 w 135"/>
                    <a:gd name="T1" fmla="*/ 0 h 119"/>
                    <a:gd name="T2" fmla="*/ 0 w 135"/>
                    <a:gd name="T3" fmla="*/ 0 h 119"/>
                    <a:gd name="T4" fmla="*/ 0 w 135"/>
                    <a:gd name="T5" fmla="*/ 0 h 119"/>
                    <a:gd name="T6" fmla="*/ 0 w 135"/>
                    <a:gd name="T7" fmla="*/ 0 h 119"/>
                    <a:gd name="T8" fmla="*/ 0 w 135"/>
                    <a:gd name="T9" fmla="*/ 0 h 119"/>
                    <a:gd name="T10" fmla="*/ 0 60000 65536"/>
                    <a:gd name="T11" fmla="*/ 0 60000 65536"/>
                    <a:gd name="T12" fmla="*/ 0 60000 65536"/>
                    <a:gd name="T13" fmla="*/ 0 60000 65536"/>
                    <a:gd name="T14" fmla="*/ 0 60000 65536"/>
                    <a:gd name="T15" fmla="*/ 0 w 135"/>
                    <a:gd name="T16" fmla="*/ 0 h 119"/>
                    <a:gd name="T17" fmla="*/ 135 w 135"/>
                    <a:gd name="T18" fmla="*/ 119 h 119"/>
                  </a:gdLst>
                  <a:ahLst/>
                  <a:cxnLst>
                    <a:cxn ang="T10">
                      <a:pos x="T0" y="T1"/>
                    </a:cxn>
                    <a:cxn ang="T11">
                      <a:pos x="T2" y="T3"/>
                    </a:cxn>
                    <a:cxn ang="T12">
                      <a:pos x="T4" y="T5"/>
                    </a:cxn>
                    <a:cxn ang="T13">
                      <a:pos x="T6" y="T7"/>
                    </a:cxn>
                    <a:cxn ang="T14">
                      <a:pos x="T8" y="T9"/>
                    </a:cxn>
                  </a:cxnLst>
                  <a:rect l="T15" t="T16" r="T17" b="T18"/>
                  <a:pathLst>
                    <a:path w="135" h="119">
                      <a:moveTo>
                        <a:pt x="32" y="0"/>
                      </a:moveTo>
                      <a:lnTo>
                        <a:pt x="135" y="17"/>
                      </a:lnTo>
                      <a:lnTo>
                        <a:pt x="112" y="119"/>
                      </a:lnTo>
                      <a:lnTo>
                        <a:pt x="0" y="104"/>
                      </a:lnTo>
                      <a:lnTo>
                        <a:pt x="32"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2" name="Freeform 91"/>
                <p:cNvSpPr>
                  <a:spLocks noChangeAspect="1"/>
                </p:cNvSpPr>
                <p:nvPr/>
              </p:nvSpPr>
              <p:spPr bwMode="auto">
                <a:xfrm>
                  <a:off x="2482" y="1464"/>
                  <a:ext cx="19" cy="19"/>
                </a:xfrm>
                <a:custGeom>
                  <a:avLst/>
                  <a:gdLst>
                    <a:gd name="T0" fmla="*/ 0 w 97"/>
                    <a:gd name="T1" fmla="*/ 0 h 97"/>
                    <a:gd name="T2" fmla="*/ 0 w 97"/>
                    <a:gd name="T3" fmla="*/ 0 h 97"/>
                    <a:gd name="T4" fmla="*/ 0 w 97"/>
                    <a:gd name="T5" fmla="*/ 0 h 97"/>
                    <a:gd name="T6" fmla="*/ 0 w 97"/>
                    <a:gd name="T7" fmla="*/ 0 h 97"/>
                    <a:gd name="T8" fmla="*/ 0 w 97"/>
                    <a:gd name="T9" fmla="*/ 0 h 97"/>
                    <a:gd name="T10" fmla="*/ 0 60000 65536"/>
                    <a:gd name="T11" fmla="*/ 0 60000 65536"/>
                    <a:gd name="T12" fmla="*/ 0 60000 65536"/>
                    <a:gd name="T13" fmla="*/ 0 60000 65536"/>
                    <a:gd name="T14" fmla="*/ 0 60000 65536"/>
                    <a:gd name="T15" fmla="*/ 0 w 97"/>
                    <a:gd name="T16" fmla="*/ 0 h 97"/>
                    <a:gd name="T17" fmla="*/ 97 w 97"/>
                    <a:gd name="T18" fmla="*/ 97 h 97"/>
                  </a:gdLst>
                  <a:ahLst/>
                  <a:cxnLst>
                    <a:cxn ang="T10">
                      <a:pos x="T0" y="T1"/>
                    </a:cxn>
                    <a:cxn ang="T11">
                      <a:pos x="T2" y="T3"/>
                    </a:cxn>
                    <a:cxn ang="T12">
                      <a:pos x="T4" y="T5"/>
                    </a:cxn>
                    <a:cxn ang="T13">
                      <a:pos x="T6" y="T7"/>
                    </a:cxn>
                    <a:cxn ang="T14">
                      <a:pos x="T8" y="T9"/>
                    </a:cxn>
                  </a:cxnLst>
                  <a:rect l="T15" t="T16" r="T17" b="T18"/>
                  <a:pathLst>
                    <a:path w="97" h="97">
                      <a:moveTo>
                        <a:pt x="0" y="32"/>
                      </a:moveTo>
                      <a:lnTo>
                        <a:pt x="27" y="97"/>
                      </a:lnTo>
                      <a:lnTo>
                        <a:pt x="97" y="74"/>
                      </a:lnTo>
                      <a:lnTo>
                        <a:pt x="65" y="0"/>
                      </a:lnTo>
                      <a:lnTo>
                        <a:pt x="0" y="3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3" name="Freeform 92"/>
                <p:cNvSpPr>
                  <a:spLocks noChangeAspect="1"/>
                </p:cNvSpPr>
                <p:nvPr/>
              </p:nvSpPr>
              <p:spPr bwMode="auto">
                <a:xfrm>
                  <a:off x="2458" y="1469"/>
                  <a:ext cx="20" cy="33"/>
                </a:xfrm>
                <a:custGeom>
                  <a:avLst/>
                  <a:gdLst>
                    <a:gd name="T0" fmla="*/ 0 w 97"/>
                    <a:gd name="T1" fmla="*/ 0 h 163"/>
                    <a:gd name="T2" fmla="*/ 0 w 97"/>
                    <a:gd name="T3" fmla="*/ 0 h 163"/>
                    <a:gd name="T4" fmla="*/ 0 w 97"/>
                    <a:gd name="T5" fmla="*/ 0 h 163"/>
                    <a:gd name="T6" fmla="*/ 0 w 97"/>
                    <a:gd name="T7" fmla="*/ 0 h 163"/>
                    <a:gd name="T8" fmla="*/ 0 w 97"/>
                    <a:gd name="T9" fmla="*/ 0 h 163"/>
                    <a:gd name="T10" fmla="*/ 0 60000 65536"/>
                    <a:gd name="T11" fmla="*/ 0 60000 65536"/>
                    <a:gd name="T12" fmla="*/ 0 60000 65536"/>
                    <a:gd name="T13" fmla="*/ 0 60000 65536"/>
                    <a:gd name="T14" fmla="*/ 0 60000 65536"/>
                    <a:gd name="T15" fmla="*/ 0 w 97"/>
                    <a:gd name="T16" fmla="*/ 0 h 163"/>
                    <a:gd name="T17" fmla="*/ 97 w 97"/>
                    <a:gd name="T18" fmla="*/ 163 h 163"/>
                  </a:gdLst>
                  <a:ahLst/>
                  <a:cxnLst>
                    <a:cxn ang="T10">
                      <a:pos x="T0" y="T1"/>
                    </a:cxn>
                    <a:cxn ang="T11">
                      <a:pos x="T2" y="T3"/>
                    </a:cxn>
                    <a:cxn ang="T12">
                      <a:pos x="T4" y="T5"/>
                    </a:cxn>
                    <a:cxn ang="T13">
                      <a:pos x="T6" y="T7"/>
                    </a:cxn>
                    <a:cxn ang="T14">
                      <a:pos x="T8" y="T9"/>
                    </a:cxn>
                  </a:cxnLst>
                  <a:rect l="T15" t="T16" r="T17" b="T18"/>
                  <a:pathLst>
                    <a:path w="97" h="163">
                      <a:moveTo>
                        <a:pt x="97" y="40"/>
                      </a:moveTo>
                      <a:lnTo>
                        <a:pt x="49" y="0"/>
                      </a:lnTo>
                      <a:lnTo>
                        <a:pt x="0" y="49"/>
                      </a:lnTo>
                      <a:lnTo>
                        <a:pt x="70" y="163"/>
                      </a:lnTo>
                      <a:lnTo>
                        <a:pt x="97" y="4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4" name="Freeform 93"/>
                <p:cNvSpPr>
                  <a:spLocks noChangeAspect="1"/>
                </p:cNvSpPr>
                <p:nvPr/>
              </p:nvSpPr>
              <p:spPr bwMode="auto">
                <a:xfrm>
                  <a:off x="2459" y="1429"/>
                  <a:ext cx="39" cy="25"/>
                </a:xfrm>
                <a:custGeom>
                  <a:avLst/>
                  <a:gdLst>
                    <a:gd name="T0" fmla="*/ 0 w 194"/>
                    <a:gd name="T1" fmla="*/ 0 h 128"/>
                    <a:gd name="T2" fmla="*/ 0 w 194"/>
                    <a:gd name="T3" fmla="*/ 0 h 128"/>
                    <a:gd name="T4" fmla="*/ 0 w 194"/>
                    <a:gd name="T5" fmla="*/ 0 h 128"/>
                    <a:gd name="T6" fmla="*/ 0 w 194"/>
                    <a:gd name="T7" fmla="*/ 0 h 128"/>
                    <a:gd name="T8" fmla="*/ 0 w 194"/>
                    <a:gd name="T9" fmla="*/ 0 h 128"/>
                    <a:gd name="T10" fmla="*/ 0 w 194"/>
                    <a:gd name="T11" fmla="*/ 0 h 128"/>
                    <a:gd name="T12" fmla="*/ 0 60000 65536"/>
                    <a:gd name="T13" fmla="*/ 0 60000 65536"/>
                    <a:gd name="T14" fmla="*/ 0 60000 65536"/>
                    <a:gd name="T15" fmla="*/ 0 60000 65536"/>
                    <a:gd name="T16" fmla="*/ 0 60000 65536"/>
                    <a:gd name="T17" fmla="*/ 0 60000 65536"/>
                    <a:gd name="T18" fmla="*/ 0 w 194"/>
                    <a:gd name="T19" fmla="*/ 0 h 128"/>
                    <a:gd name="T20" fmla="*/ 194 w 194"/>
                    <a:gd name="T21" fmla="*/ 128 h 128"/>
                  </a:gdLst>
                  <a:ahLst/>
                  <a:cxnLst>
                    <a:cxn ang="T12">
                      <a:pos x="T0" y="T1"/>
                    </a:cxn>
                    <a:cxn ang="T13">
                      <a:pos x="T2" y="T3"/>
                    </a:cxn>
                    <a:cxn ang="T14">
                      <a:pos x="T4" y="T5"/>
                    </a:cxn>
                    <a:cxn ang="T15">
                      <a:pos x="T6" y="T7"/>
                    </a:cxn>
                    <a:cxn ang="T16">
                      <a:pos x="T8" y="T9"/>
                    </a:cxn>
                    <a:cxn ang="T17">
                      <a:pos x="T10" y="T11"/>
                    </a:cxn>
                  </a:cxnLst>
                  <a:rect l="T18" t="T19" r="T20" b="T21"/>
                  <a:pathLst>
                    <a:path w="194" h="128">
                      <a:moveTo>
                        <a:pt x="0" y="48"/>
                      </a:moveTo>
                      <a:lnTo>
                        <a:pt x="64" y="0"/>
                      </a:lnTo>
                      <a:lnTo>
                        <a:pt x="187" y="16"/>
                      </a:lnTo>
                      <a:lnTo>
                        <a:pt x="194" y="96"/>
                      </a:lnTo>
                      <a:lnTo>
                        <a:pt x="91" y="128"/>
                      </a:lnTo>
                      <a:lnTo>
                        <a:pt x="0" y="4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5" name="Freeform 94"/>
                <p:cNvSpPr>
                  <a:spLocks noChangeAspect="1"/>
                </p:cNvSpPr>
                <p:nvPr/>
              </p:nvSpPr>
              <p:spPr bwMode="auto">
                <a:xfrm>
                  <a:off x="2410" y="1412"/>
                  <a:ext cx="26" cy="22"/>
                </a:xfrm>
                <a:custGeom>
                  <a:avLst/>
                  <a:gdLst>
                    <a:gd name="T0" fmla="*/ 0 w 129"/>
                    <a:gd name="T1" fmla="*/ 0 h 108"/>
                    <a:gd name="T2" fmla="*/ 0 w 129"/>
                    <a:gd name="T3" fmla="*/ 0 h 108"/>
                    <a:gd name="T4" fmla="*/ 0 w 129"/>
                    <a:gd name="T5" fmla="*/ 0 h 108"/>
                    <a:gd name="T6" fmla="*/ 0 w 129"/>
                    <a:gd name="T7" fmla="*/ 0 h 108"/>
                    <a:gd name="T8" fmla="*/ 0 w 129"/>
                    <a:gd name="T9" fmla="*/ 0 h 108"/>
                    <a:gd name="T10" fmla="*/ 0 60000 65536"/>
                    <a:gd name="T11" fmla="*/ 0 60000 65536"/>
                    <a:gd name="T12" fmla="*/ 0 60000 65536"/>
                    <a:gd name="T13" fmla="*/ 0 60000 65536"/>
                    <a:gd name="T14" fmla="*/ 0 60000 65536"/>
                    <a:gd name="T15" fmla="*/ 0 w 129"/>
                    <a:gd name="T16" fmla="*/ 0 h 108"/>
                    <a:gd name="T17" fmla="*/ 129 w 129"/>
                    <a:gd name="T18" fmla="*/ 108 h 108"/>
                  </a:gdLst>
                  <a:ahLst/>
                  <a:cxnLst>
                    <a:cxn ang="T10">
                      <a:pos x="T0" y="T1"/>
                    </a:cxn>
                    <a:cxn ang="T11">
                      <a:pos x="T2" y="T3"/>
                    </a:cxn>
                    <a:cxn ang="T12">
                      <a:pos x="T4" y="T5"/>
                    </a:cxn>
                    <a:cxn ang="T13">
                      <a:pos x="T6" y="T7"/>
                    </a:cxn>
                    <a:cxn ang="T14">
                      <a:pos x="T8" y="T9"/>
                    </a:cxn>
                  </a:cxnLst>
                  <a:rect l="T15" t="T16" r="T17" b="T18"/>
                  <a:pathLst>
                    <a:path w="129" h="108">
                      <a:moveTo>
                        <a:pt x="0" y="11"/>
                      </a:moveTo>
                      <a:lnTo>
                        <a:pt x="32" y="108"/>
                      </a:lnTo>
                      <a:lnTo>
                        <a:pt x="129" y="76"/>
                      </a:lnTo>
                      <a:lnTo>
                        <a:pt x="96" y="0"/>
                      </a:lnTo>
                      <a:lnTo>
                        <a:pt x="0" y="11"/>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6" name="Freeform 95"/>
                <p:cNvSpPr>
                  <a:spLocks noChangeAspect="1"/>
                </p:cNvSpPr>
                <p:nvPr/>
              </p:nvSpPr>
              <p:spPr bwMode="auto">
                <a:xfrm>
                  <a:off x="2376" y="1425"/>
                  <a:ext cx="29" cy="20"/>
                </a:xfrm>
                <a:custGeom>
                  <a:avLst/>
                  <a:gdLst>
                    <a:gd name="T0" fmla="*/ 0 w 145"/>
                    <a:gd name="T1" fmla="*/ 0 h 97"/>
                    <a:gd name="T2" fmla="*/ 0 w 145"/>
                    <a:gd name="T3" fmla="*/ 0 h 97"/>
                    <a:gd name="T4" fmla="*/ 0 w 145"/>
                    <a:gd name="T5" fmla="*/ 0 h 97"/>
                    <a:gd name="T6" fmla="*/ 0 w 145"/>
                    <a:gd name="T7" fmla="*/ 0 h 97"/>
                    <a:gd name="T8" fmla="*/ 0 60000 65536"/>
                    <a:gd name="T9" fmla="*/ 0 60000 65536"/>
                    <a:gd name="T10" fmla="*/ 0 60000 65536"/>
                    <a:gd name="T11" fmla="*/ 0 60000 65536"/>
                    <a:gd name="T12" fmla="*/ 0 w 145"/>
                    <a:gd name="T13" fmla="*/ 0 h 97"/>
                    <a:gd name="T14" fmla="*/ 145 w 145"/>
                    <a:gd name="T15" fmla="*/ 97 h 97"/>
                  </a:gdLst>
                  <a:ahLst/>
                  <a:cxnLst>
                    <a:cxn ang="T8">
                      <a:pos x="T0" y="T1"/>
                    </a:cxn>
                    <a:cxn ang="T9">
                      <a:pos x="T2" y="T3"/>
                    </a:cxn>
                    <a:cxn ang="T10">
                      <a:pos x="T4" y="T5"/>
                    </a:cxn>
                    <a:cxn ang="T11">
                      <a:pos x="T6" y="T7"/>
                    </a:cxn>
                  </a:cxnLst>
                  <a:rect l="T12" t="T13" r="T14" b="T15"/>
                  <a:pathLst>
                    <a:path w="145" h="97">
                      <a:moveTo>
                        <a:pt x="0" y="0"/>
                      </a:moveTo>
                      <a:lnTo>
                        <a:pt x="25" y="97"/>
                      </a:lnTo>
                      <a:lnTo>
                        <a:pt x="145" y="32"/>
                      </a:lnTo>
                      <a:lnTo>
                        <a:pt x="0"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47" name="Freeform 96"/>
                <p:cNvSpPr>
                  <a:spLocks noChangeAspect="1"/>
                </p:cNvSpPr>
                <p:nvPr/>
              </p:nvSpPr>
              <p:spPr bwMode="auto">
                <a:xfrm>
                  <a:off x="2374" y="1393"/>
                  <a:ext cx="31" cy="21"/>
                </a:xfrm>
                <a:custGeom>
                  <a:avLst/>
                  <a:gdLst>
                    <a:gd name="T0" fmla="*/ 0 w 152"/>
                    <a:gd name="T1" fmla="*/ 0 h 107"/>
                    <a:gd name="T2" fmla="*/ 0 w 152"/>
                    <a:gd name="T3" fmla="*/ 0 h 107"/>
                    <a:gd name="T4" fmla="*/ 0 w 152"/>
                    <a:gd name="T5" fmla="*/ 0 h 107"/>
                    <a:gd name="T6" fmla="*/ 0 w 152"/>
                    <a:gd name="T7" fmla="*/ 0 h 107"/>
                    <a:gd name="T8" fmla="*/ 0 w 152"/>
                    <a:gd name="T9" fmla="*/ 0 h 107"/>
                    <a:gd name="T10" fmla="*/ 0 60000 65536"/>
                    <a:gd name="T11" fmla="*/ 0 60000 65536"/>
                    <a:gd name="T12" fmla="*/ 0 60000 65536"/>
                    <a:gd name="T13" fmla="*/ 0 60000 65536"/>
                    <a:gd name="T14" fmla="*/ 0 60000 65536"/>
                    <a:gd name="T15" fmla="*/ 0 w 152"/>
                    <a:gd name="T16" fmla="*/ 0 h 107"/>
                    <a:gd name="T17" fmla="*/ 152 w 152"/>
                    <a:gd name="T18" fmla="*/ 107 h 107"/>
                  </a:gdLst>
                  <a:ahLst/>
                  <a:cxnLst>
                    <a:cxn ang="T10">
                      <a:pos x="T0" y="T1"/>
                    </a:cxn>
                    <a:cxn ang="T11">
                      <a:pos x="T2" y="T3"/>
                    </a:cxn>
                    <a:cxn ang="T12">
                      <a:pos x="T4" y="T5"/>
                    </a:cxn>
                    <a:cxn ang="T13">
                      <a:pos x="T6" y="T7"/>
                    </a:cxn>
                    <a:cxn ang="T14">
                      <a:pos x="T8" y="T9"/>
                    </a:cxn>
                  </a:cxnLst>
                  <a:rect l="T15" t="T16" r="T17" b="T18"/>
                  <a:pathLst>
                    <a:path w="152" h="107">
                      <a:moveTo>
                        <a:pt x="0" y="0"/>
                      </a:moveTo>
                      <a:lnTo>
                        <a:pt x="136" y="0"/>
                      </a:lnTo>
                      <a:lnTo>
                        <a:pt x="152" y="64"/>
                      </a:lnTo>
                      <a:lnTo>
                        <a:pt x="23" y="107"/>
                      </a:lnTo>
                      <a:lnTo>
                        <a:pt x="0"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sp>
            <p:nvSpPr>
              <p:cNvPr id="339" name="Freeform 97"/>
              <p:cNvSpPr>
                <a:spLocks noChangeAspect="1"/>
              </p:cNvSpPr>
              <p:nvPr/>
            </p:nvSpPr>
            <p:spPr bwMode="auto">
              <a:xfrm>
                <a:off x="2023" y="1954"/>
                <a:ext cx="38" cy="39"/>
              </a:xfrm>
              <a:custGeom>
                <a:avLst/>
                <a:gdLst>
                  <a:gd name="T0" fmla="*/ 0 w 194"/>
                  <a:gd name="T1" fmla="*/ 0 h 193"/>
                  <a:gd name="T2" fmla="*/ 0 w 194"/>
                  <a:gd name="T3" fmla="*/ 0 h 193"/>
                  <a:gd name="T4" fmla="*/ 0 w 194"/>
                  <a:gd name="T5" fmla="*/ 0 h 193"/>
                  <a:gd name="T6" fmla="*/ 0 w 194"/>
                  <a:gd name="T7" fmla="*/ 0 h 193"/>
                  <a:gd name="T8" fmla="*/ 0 w 194"/>
                  <a:gd name="T9" fmla="*/ 0 h 193"/>
                  <a:gd name="T10" fmla="*/ 0 w 194"/>
                  <a:gd name="T11" fmla="*/ 0 h 193"/>
                  <a:gd name="T12" fmla="*/ 0 60000 65536"/>
                  <a:gd name="T13" fmla="*/ 0 60000 65536"/>
                  <a:gd name="T14" fmla="*/ 0 60000 65536"/>
                  <a:gd name="T15" fmla="*/ 0 60000 65536"/>
                  <a:gd name="T16" fmla="*/ 0 60000 65536"/>
                  <a:gd name="T17" fmla="*/ 0 60000 65536"/>
                  <a:gd name="T18" fmla="*/ 0 w 194"/>
                  <a:gd name="T19" fmla="*/ 0 h 193"/>
                  <a:gd name="T20" fmla="*/ 194 w 194"/>
                  <a:gd name="T21" fmla="*/ 193 h 193"/>
                </a:gdLst>
                <a:ahLst/>
                <a:cxnLst>
                  <a:cxn ang="T12">
                    <a:pos x="T0" y="T1"/>
                  </a:cxn>
                  <a:cxn ang="T13">
                    <a:pos x="T2" y="T3"/>
                  </a:cxn>
                  <a:cxn ang="T14">
                    <a:pos x="T4" y="T5"/>
                  </a:cxn>
                  <a:cxn ang="T15">
                    <a:pos x="T6" y="T7"/>
                  </a:cxn>
                  <a:cxn ang="T16">
                    <a:pos x="T8" y="T9"/>
                  </a:cxn>
                  <a:cxn ang="T17">
                    <a:pos x="T10" y="T11"/>
                  </a:cxn>
                </a:cxnLst>
                <a:rect l="T18" t="T19" r="T20" b="T21"/>
                <a:pathLst>
                  <a:path w="194" h="193">
                    <a:moveTo>
                      <a:pt x="0" y="155"/>
                    </a:moveTo>
                    <a:lnTo>
                      <a:pt x="145" y="193"/>
                    </a:lnTo>
                    <a:lnTo>
                      <a:pt x="194" y="106"/>
                    </a:lnTo>
                    <a:lnTo>
                      <a:pt x="87" y="0"/>
                    </a:lnTo>
                    <a:lnTo>
                      <a:pt x="23" y="19"/>
                    </a:lnTo>
                    <a:lnTo>
                      <a:pt x="0" y="15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grpSp>
          <p:nvGrpSpPr>
            <p:cNvPr id="266" name="Group 98"/>
            <p:cNvGrpSpPr>
              <a:grpSpLocks noChangeAspect="1"/>
            </p:cNvGrpSpPr>
            <p:nvPr/>
          </p:nvGrpSpPr>
          <p:grpSpPr bwMode="auto">
            <a:xfrm>
              <a:off x="8715375" y="2343150"/>
              <a:ext cx="569913" cy="984250"/>
              <a:chOff x="4464" y="1751"/>
              <a:chExt cx="284" cy="562"/>
            </a:xfrm>
          </p:grpSpPr>
          <p:sp>
            <p:nvSpPr>
              <p:cNvPr id="331" name="Freeform 99"/>
              <p:cNvSpPr>
                <a:spLocks noChangeAspect="1"/>
              </p:cNvSpPr>
              <p:nvPr/>
            </p:nvSpPr>
            <p:spPr bwMode="auto">
              <a:xfrm>
                <a:off x="4470" y="1825"/>
                <a:ext cx="246" cy="368"/>
              </a:xfrm>
              <a:custGeom>
                <a:avLst/>
                <a:gdLst>
                  <a:gd name="T0" fmla="*/ 0 w 1230"/>
                  <a:gd name="T1" fmla="*/ 0 h 1839"/>
                  <a:gd name="T2" fmla="*/ 0 w 1230"/>
                  <a:gd name="T3" fmla="*/ 0 h 1839"/>
                  <a:gd name="T4" fmla="*/ 0 w 1230"/>
                  <a:gd name="T5" fmla="*/ 0 h 1839"/>
                  <a:gd name="T6" fmla="*/ 0 w 1230"/>
                  <a:gd name="T7" fmla="*/ 0 h 1839"/>
                  <a:gd name="T8" fmla="*/ 0 w 1230"/>
                  <a:gd name="T9" fmla="*/ 0 h 1839"/>
                  <a:gd name="T10" fmla="*/ 0 w 1230"/>
                  <a:gd name="T11" fmla="*/ 0 h 1839"/>
                  <a:gd name="T12" fmla="*/ 0 w 1230"/>
                  <a:gd name="T13" fmla="*/ 0 h 1839"/>
                  <a:gd name="T14" fmla="*/ 0 w 1230"/>
                  <a:gd name="T15" fmla="*/ 0 h 1839"/>
                  <a:gd name="T16" fmla="*/ 0 w 1230"/>
                  <a:gd name="T17" fmla="*/ 0 h 1839"/>
                  <a:gd name="T18" fmla="*/ 0 w 1230"/>
                  <a:gd name="T19" fmla="*/ 0 h 1839"/>
                  <a:gd name="T20" fmla="*/ 0 w 1230"/>
                  <a:gd name="T21" fmla="*/ 0 h 1839"/>
                  <a:gd name="T22" fmla="*/ 0 w 1230"/>
                  <a:gd name="T23" fmla="*/ 0 h 1839"/>
                  <a:gd name="T24" fmla="*/ 0 w 1230"/>
                  <a:gd name="T25" fmla="*/ 0 h 1839"/>
                  <a:gd name="T26" fmla="*/ 0 w 1230"/>
                  <a:gd name="T27" fmla="*/ 0 h 1839"/>
                  <a:gd name="T28" fmla="*/ 0 w 1230"/>
                  <a:gd name="T29" fmla="*/ 0 h 1839"/>
                  <a:gd name="T30" fmla="*/ 0 w 1230"/>
                  <a:gd name="T31" fmla="*/ 0 h 1839"/>
                  <a:gd name="T32" fmla="*/ 0 w 1230"/>
                  <a:gd name="T33" fmla="*/ 0 h 1839"/>
                  <a:gd name="T34" fmla="*/ 0 w 1230"/>
                  <a:gd name="T35" fmla="*/ 0 h 1839"/>
                  <a:gd name="T36" fmla="*/ 0 w 1230"/>
                  <a:gd name="T37" fmla="*/ 0 h 1839"/>
                  <a:gd name="T38" fmla="*/ 0 w 1230"/>
                  <a:gd name="T39" fmla="*/ 0 h 1839"/>
                  <a:gd name="T40" fmla="*/ 0 w 1230"/>
                  <a:gd name="T41" fmla="*/ 0 h 1839"/>
                  <a:gd name="T42" fmla="*/ 0 w 1230"/>
                  <a:gd name="T43" fmla="*/ 0 h 1839"/>
                  <a:gd name="T44" fmla="*/ 0 w 1230"/>
                  <a:gd name="T45" fmla="*/ 0 h 1839"/>
                  <a:gd name="T46" fmla="*/ 0 w 1230"/>
                  <a:gd name="T47" fmla="*/ 0 h 1839"/>
                  <a:gd name="T48" fmla="*/ 0 w 1230"/>
                  <a:gd name="T49" fmla="*/ 0 h 1839"/>
                  <a:gd name="T50" fmla="*/ 0 w 1230"/>
                  <a:gd name="T51" fmla="*/ 0 h 1839"/>
                  <a:gd name="T52" fmla="*/ 0 w 1230"/>
                  <a:gd name="T53" fmla="*/ 0 h 183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30"/>
                  <a:gd name="T82" fmla="*/ 0 h 1839"/>
                  <a:gd name="T83" fmla="*/ 1230 w 1230"/>
                  <a:gd name="T84" fmla="*/ 1839 h 183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30" h="1839">
                    <a:moveTo>
                      <a:pt x="230" y="0"/>
                    </a:moveTo>
                    <a:lnTo>
                      <a:pt x="327" y="113"/>
                    </a:lnTo>
                    <a:lnTo>
                      <a:pt x="374" y="161"/>
                    </a:lnTo>
                    <a:lnTo>
                      <a:pt x="504" y="129"/>
                    </a:lnTo>
                    <a:lnTo>
                      <a:pt x="584" y="242"/>
                    </a:lnTo>
                    <a:lnTo>
                      <a:pt x="488" y="274"/>
                    </a:lnTo>
                    <a:lnTo>
                      <a:pt x="601" y="467"/>
                    </a:lnTo>
                    <a:lnTo>
                      <a:pt x="875" y="613"/>
                    </a:lnTo>
                    <a:lnTo>
                      <a:pt x="762" y="758"/>
                    </a:lnTo>
                    <a:lnTo>
                      <a:pt x="859" y="968"/>
                    </a:lnTo>
                    <a:lnTo>
                      <a:pt x="1020" y="1065"/>
                    </a:lnTo>
                    <a:lnTo>
                      <a:pt x="972" y="1242"/>
                    </a:lnTo>
                    <a:lnTo>
                      <a:pt x="1133" y="1484"/>
                    </a:lnTo>
                    <a:lnTo>
                      <a:pt x="1230" y="1839"/>
                    </a:lnTo>
                    <a:lnTo>
                      <a:pt x="1133" y="1839"/>
                    </a:lnTo>
                    <a:lnTo>
                      <a:pt x="923" y="1694"/>
                    </a:lnTo>
                    <a:lnTo>
                      <a:pt x="166" y="1355"/>
                    </a:lnTo>
                    <a:lnTo>
                      <a:pt x="81" y="1217"/>
                    </a:lnTo>
                    <a:lnTo>
                      <a:pt x="214" y="1047"/>
                    </a:lnTo>
                    <a:lnTo>
                      <a:pt x="198" y="898"/>
                    </a:lnTo>
                    <a:lnTo>
                      <a:pt x="15" y="898"/>
                    </a:lnTo>
                    <a:lnTo>
                      <a:pt x="0" y="750"/>
                    </a:lnTo>
                    <a:lnTo>
                      <a:pt x="115" y="717"/>
                    </a:lnTo>
                    <a:lnTo>
                      <a:pt x="164" y="618"/>
                    </a:lnTo>
                    <a:lnTo>
                      <a:pt x="49" y="370"/>
                    </a:lnTo>
                    <a:lnTo>
                      <a:pt x="280" y="71"/>
                    </a:lnTo>
                    <a:lnTo>
                      <a:pt x="230"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2" name="Freeform 100"/>
              <p:cNvSpPr>
                <a:spLocks noChangeAspect="1"/>
              </p:cNvSpPr>
              <p:nvPr/>
            </p:nvSpPr>
            <p:spPr bwMode="auto">
              <a:xfrm>
                <a:off x="4729" y="2290"/>
                <a:ext cx="19" cy="23"/>
              </a:xfrm>
              <a:custGeom>
                <a:avLst/>
                <a:gdLst>
                  <a:gd name="T0" fmla="*/ 0 w 97"/>
                  <a:gd name="T1" fmla="*/ 0 h 113"/>
                  <a:gd name="T2" fmla="*/ 0 w 97"/>
                  <a:gd name="T3" fmla="*/ 0 h 113"/>
                  <a:gd name="T4" fmla="*/ 0 w 97"/>
                  <a:gd name="T5" fmla="*/ 0 h 113"/>
                  <a:gd name="T6" fmla="*/ 0 w 97"/>
                  <a:gd name="T7" fmla="*/ 0 h 113"/>
                  <a:gd name="T8" fmla="*/ 0 60000 65536"/>
                  <a:gd name="T9" fmla="*/ 0 60000 65536"/>
                  <a:gd name="T10" fmla="*/ 0 60000 65536"/>
                  <a:gd name="T11" fmla="*/ 0 60000 65536"/>
                  <a:gd name="T12" fmla="*/ 0 w 97"/>
                  <a:gd name="T13" fmla="*/ 0 h 113"/>
                  <a:gd name="T14" fmla="*/ 97 w 97"/>
                  <a:gd name="T15" fmla="*/ 113 h 113"/>
                </a:gdLst>
                <a:ahLst/>
                <a:cxnLst>
                  <a:cxn ang="T8">
                    <a:pos x="T0" y="T1"/>
                  </a:cxn>
                  <a:cxn ang="T9">
                    <a:pos x="T2" y="T3"/>
                  </a:cxn>
                  <a:cxn ang="T10">
                    <a:pos x="T4" y="T5"/>
                  </a:cxn>
                  <a:cxn ang="T11">
                    <a:pos x="T6" y="T7"/>
                  </a:cxn>
                </a:cxnLst>
                <a:rect l="T12" t="T13" r="T14" b="T15"/>
                <a:pathLst>
                  <a:path w="97" h="113">
                    <a:moveTo>
                      <a:pt x="0" y="0"/>
                    </a:moveTo>
                    <a:lnTo>
                      <a:pt x="39" y="113"/>
                    </a:lnTo>
                    <a:lnTo>
                      <a:pt x="97" y="10"/>
                    </a:lnTo>
                    <a:lnTo>
                      <a:pt x="0"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3" name="Freeform 101"/>
              <p:cNvSpPr>
                <a:spLocks noChangeAspect="1"/>
              </p:cNvSpPr>
              <p:nvPr/>
            </p:nvSpPr>
            <p:spPr bwMode="auto">
              <a:xfrm>
                <a:off x="4716" y="2229"/>
                <a:ext cx="19" cy="48"/>
              </a:xfrm>
              <a:custGeom>
                <a:avLst/>
                <a:gdLst>
                  <a:gd name="T0" fmla="*/ 0 w 96"/>
                  <a:gd name="T1" fmla="*/ 0 h 241"/>
                  <a:gd name="T2" fmla="*/ 0 w 96"/>
                  <a:gd name="T3" fmla="*/ 0 h 241"/>
                  <a:gd name="T4" fmla="*/ 0 w 96"/>
                  <a:gd name="T5" fmla="*/ 0 h 241"/>
                  <a:gd name="T6" fmla="*/ 0 w 96"/>
                  <a:gd name="T7" fmla="*/ 0 h 241"/>
                  <a:gd name="T8" fmla="*/ 0 60000 65536"/>
                  <a:gd name="T9" fmla="*/ 0 60000 65536"/>
                  <a:gd name="T10" fmla="*/ 0 60000 65536"/>
                  <a:gd name="T11" fmla="*/ 0 60000 65536"/>
                  <a:gd name="T12" fmla="*/ 0 w 96"/>
                  <a:gd name="T13" fmla="*/ 0 h 241"/>
                  <a:gd name="T14" fmla="*/ 96 w 96"/>
                  <a:gd name="T15" fmla="*/ 241 h 241"/>
                </a:gdLst>
                <a:ahLst/>
                <a:cxnLst>
                  <a:cxn ang="T8">
                    <a:pos x="T0" y="T1"/>
                  </a:cxn>
                  <a:cxn ang="T9">
                    <a:pos x="T2" y="T3"/>
                  </a:cxn>
                  <a:cxn ang="T10">
                    <a:pos x="T4" y="T5"/>
                  </a:cxn>
                  <a:cxn ang="T11">
                    <a:pos x="T6" y="T7"/>
                  </a:cxn>
                </a:cxnLst>
                <a:rect l="T12" t="T13" r="T14" b="T15"/>
                <a:pathLst>
                  <a:path w="96" h="241">
                    <a:moveTo>
                      <a:pt x="0" y="48"/>
                    </a:moveTo>
                    <a:lnTo>
                      <a:pt x="96" y="0"/>
                    </a:lnTo>
                    <a:lnTo>
                      <a:pt x="87" y="241"/>
                    </a:lnTo>
                    <a:lnTo>
                      <a:pt x="0" y="4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4" name="Freeform 102"/>
              <p:cNvSpPr>
                <a:spLocks noChangeAspect="1"/>
              </p:cNvSpPr>
              <p:nvPr/>
            </p:nvSpPr>
            <p:spPr bwMode="auto">
              <a:xfrm>
                <a:off x="4699" y="2209"/>
                <a:ext cx="30" cy="20"/>
              </a:xfrm>
              <a:custGeom>
                <a:avLst/>
                <a:gdLst>
                  <a:gd name="T0" fmla="*/ 0 w 146"/>
                  <a:gd name="T1" fmla="*/ 0 h 98"/>
                  <a:gd name="T2" fmla="*/ 0 w 146"/>
                  <a:gd name="T3" fmla="*/ 0 h 98"/>
                  <a:gd name="T4" fmla="*/ 0 w 146"/>
                  <a:gd name="T5" fmla="*/ 0 h 98"/>
                  <a:gd name="T6" fmla="*/ 0 w 146"/>
                  <a:gd name="T7" fmla="*/ 0 h 98"/>
                  <a:gd name="T8" fmla="*/ 0 60000 65536"/>
                  <a:gd name="T9" fmla="*/ 0 60000 65536"/>
                  <a:gd name="T10" fmla="*/ 0 60000 65536"/>
                  <a:gd name="T11" fmla="*/ 0 60000 65536"/>
                  <a:gd name="T12" fmla="*/ 0 w 146"/>
                  <a:gd name="T13" fmla="*/ 0 h 98"/>
                  <a:gd name="T14" fmla="*/ 146 w 146"/>
                  <a:gd name="T15" fmla="*/ 98 h 98"/>
                </a:gdLst>
                <a:ahLst/>
                <a:cxnLst>
                  <a:cxn ang="T8">
                    <a:pos x="T0" y="T1"/>
                  </a:cxn>
                  <a:cxn ang="T9">
                    <a:pos x="T2" y="T3"/>
                  </a:cxn>
                  <a:cxn ang="T10">
                    <a:pos x="T4" y="T5"/>
                  </a:cxn>
                  <a:cxn ang="T11">
                    <a:pos x="T6" y="T7"/>
                  </a:cxn>
                </a:cxnLst>
                <a:rect l="T12" t="T13" r="T14" b="T15"/>
                <a:pathLst>
                  <a:path w="146" h="98">
                    <a:moveTo>
                      <a:pt x="66" y="98"/>
                    </a:moveTo>
                    <a:lnTo>
                      <a:pt x="146" y="33"/>
                    </a:lnTo>
                    <a:lnTo>
                      <a:pt x="0" y="0"/>
                    </a:lnTo>
                    <a:lnTo>
                      <a:pt x="66" y="98"/>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5" name="Freeform 103"/>
              <p:cNvSpPr>
                <a:spLocks noChangeAspect="1"/>
              </p:cNvSpPr>
              <p:nvPr/>
            </p:nvSpPr>
            <p:spPr bwMode="auto">
              <a:xfrm>
                <a:off x="4667" y="1812"/>
                <a:ext cx="42" cy="20"/>
              </a:xfrm>
              <a:custGeom>
                <a:avLst/>
                <a:gdLst>
                  <a:gd name="T0" fmla="*/ 0 w 210"/>
                  <a:gd name="T1" fmla="*/ 0 h 97"/>
                  <a:gd name="T2" fmla="*/ 0 w 210"/>
                  <a:gd name="T3" fmla="*/ 0 h 97"/>
                  <a:gd name="T4" fmla="*/ 0 w 210"/>
                  <a:gd name="T5" fmla="*/ 0 h 97"/>
                  <a:gd name="T6" fmla="*/ 0 w 210"/>
                  <a:gd name="T7" fmla="*/ 0 h 97"/>
                  <a:gd name="T8" fmla="*/ 0 w 210"/>
                  <a:gd name="T9" fmla="*/ 0 h 97"/>
                  <a:gd name="T10" fmla="*/ 0 60000 65536"/>
                  <a:gd name="T11" fmla="*/ 0 60000 65536"/>
                  <a:gd name="T12" fmla="*/ 0 60000 65536"/>
                  <a:gd name="T13" fmla="*/ 0 60000 65536"/>
                  <a:gd name="T14" fmla="*/ 0 60000 65536"/>
                  <a:gd name="T15" fmla="*/ 0 w 210"/>
                  <a:gd name="T16" fmla="*/ 0 h 97"/>
                  <a:gd name="T17" fmla="*/ 210 w 210"/>
                  <a:gd name="T18" fmla="*/ 97 h 97"/>
                </a:gdLst>
                <a:ahLst/>
                <a:cxnLst>
                  <a:cxn ang="T10">
                    <a:pos x="T0" y="T1"/>
                  </a:cxn>
                  <a:cxn ang="T11">
                    <a:pos x="T2" y="T3"/>
                  </a:cxn>
                  <a:cxn ang="T12">
                    <a:pos x="T4" y="T5"/>
                  </a:cxn>
                  <a:cxn ang="T13">
                    <a:pos x="T6" y="T7"/>
                  </a:cxn>
                  <a:cxn ang="T14">
                    <a:pos x="T8" y="T9"/>
                  </a:cxn>
                </a:cxnLst>
                <a:rect l="T15" t="T16" r="T17" b="T18"/>
                <a:pathLst>
                  <a:path w="210" h="97">
                    <a:moveTo>
                      <a:pt x="0" y="49"/>
                    </a:moveTo>
                    <a:lnTo>
                      <a:pt x="114" y="0"/>
                    </a:lnTo>
                    <a:lnTo>
                      <a:pt x="210" y="65"/>
                    </a:lnTo>
                    <a:lnTo>
                      <a:pt x="82" y="97"/>
                    </a:lnTo>
                    <a:lnTo>
                      <a:pt x="0" y="49"/>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6" name="Freeform 104"/>
              <p:cNvSpPr>
                <a:spLocks noChangeAspect="1"/>
              </p:cNvSpPr>
              <p:nvPr/>
            </p:nvSpPr>
            <p:spPr bwMode="auto">
              <a:xfrm>
                <a:off x="4464" y="1751"/>
                <a:ext cx="29" cy="61"/>
              </a:xfrm>
              <a:custGeom>
                <a:avLst/>
                <a:gdLst>
                  <a:gd name="T0" fmla="*/ 0 w 146"/>
                  <a:gd name="T1" fmla="*/ 0 h 306"/>
                  <a:gd name="T2" fmla="*/ 0 w 146"/>
                  <a:gd name="T3" fmla="*/ 0 h 306"/>
                  <a:gd name="T4" fmla="*/ 0 w 146"/>
                  <a:gd name="T5" fmla="*/ 0 h 306"/>
                  <a:gd name="T6" fmla="*/ 0 w 146"/>
                  <a:gd name="T7" fmla="*/ 0 h 306"/>
                  <a:gd name="T8" fmla="*/ 0 w 146"/>
                  <a:gd name="T9" fmla="*/ 0 h 306"/>
                  <a:gd name="T10" fmla="*/ 0 w 146"/>
                  <a:gd name="T11" fmla="*/ 0 h 306"/>
                  <a:gd name="T12" fmla="*/ 0 60000 65536"/>
                  <a:gd name="T13" fmla="*/ 0 60000 65536"/>
                  <a:gd name="T14" fmla="*/ 0 60000 65536"/>
                  <a:gd name="T15" fmla="*/ 0 60000 65536"/>
                  <a:gd name="T16" fmla="*/ 0 60000 65536"/>
                  <a:gd name="T17" fmla="*/ 0 60000 65536"/>
                  <a:gd name="T18" fmla="*/ 0 w 146"/>
                  <a:gd name="T19" fmla="*/ 0 h 306"/>
                  <a:gd name="T20" fmla="*/ 146 w 146"/>
                  <a:gd name="T21" fmla="*/ 306 h 306"/>
                </a:gdLst>
                <a:ahLst/>
                <a:cxnLst>
                  <a:cxn ang="T12">
                    <a:pos x="T0" y="T1"/>
                  </a:cxn>
                  <a:cxn ang="T13">
                    <a:pos x="T2" y="T3"/>
                  </a:cxn>
                  <a:cxn ang="T14">
                    <a:pos x="T4" y="T5"/>
                  </a:cxn>
                  <a:cxn ang="T15">
                    <a:pos x="T6" y="T7"/>
                  </a:cxn>
                  <a:cxn ang="T16">
                    <a:pos x="T8" y="T9"/>
                  </a:cxn>
                  <a:cxn ang="T17">
                    <a:pos x="T10" y="T11"/>
                  </a:cxn>
                </a:cxnLst>
                <a:rect l="T18" t="T19" r="T20" b="T21"/>
                <a:pathLst>
                  <a:path w="146" h="306">
                    <a:moveTo>
                      <a:pt x="130" y="177"/>
                    </a:moveTo>
                    <a:lnTo>
                      <a:pt x="146" y="49"/>
                    </a:lnTo>
                    <a:lnTo>
                      <a:pt x="65" y="0"/>
                    </a:lnTo>
                    <a:lnTo>
                      <a:pt x="0" y="128"/>
                    </a:lnTo>
                    <a:lnTo>
                      <a:pt x="130" y="306"/>
                    </a:lnTo>
                    <a:lnTo>
                      <a:pt x="130" y="17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grpSp>
          <p:nvGrpSpPr>
            <p:cNvPr id="267" name="Group 105"/>
            <p:cNvGrpSpPr>
              <a:grpSpLocks noChangeAspect="1"/>
            </p:cNvGrpSpPr>
            <p:nvPr/>
          </p:nvGrpSpPr>
          <p:grpSpPr bwMode="auto">
            <a:xfrm>
              <a:off x="9199563" y="3590925"/>
              <a:ext cx="112712" cy="382588"/>
              <a:chOff x="4732" y="2529"/>
              <a:chExt cx="56" cy="218"/>
            </a:xfrm>
          </p:grpSpPr>
          <p:sp>
            <p:nvSpPr>
              <p:cNvPr id="328" name="Freeform 106"/>
              <p:cNvSpPr>
                <a:spLocks noChangeAspect="1"/>
              </p:cNvSpPr>
              <p:nvPr/>
            </p:nvSpPr>
            <p:spPr bwMode="auto">
              <a:xfrm>
                <a:off x="4732" y="2700"/>
                <a:ext cx="19" cy="47"/>
              </a:xfrm>
              <a:custGeom>
                <a:avLst/>
                <a:gdLst>
                  <a:gd name="T0" fmla="*/ 0 w 96"/>
                  <a:gd name="T1" fmla="*/ 0 h 235"/>
                  <a:gd name="T2" fmla="*/ 0 w 96"/>
                  <a:gd name="T3" fmla="*/ 0 h 235"/>
                  <a:gd name="T4" fmla="*/ 0 w 96"/>
                  <a:gd name="T5" fmla="*/ 0 h 235"/>
                  <a:gd name="T6" fmla="*/ 0 w 96"/>
                  <a:gd name="T7" fmla="*/ 0 h 235"/>
                  <a:gd name="T8" fmla="*/ 0 w 96"/>
                  <a:gd name="T9" fmla="*/ 0 h 235"/>
                  <a:gd name="T10" fmla="*/ 0 w 96"/>
                  <a:gd name="T11" fmla="*/ 0 h 235"/>
                  <a:gd name="T12" fmla="*/ 0 w 96"/>
                  <a:gd name="T13" fmla="*/ 0 h 235"/>
                  <a:gd name="T14" fmla="*/ 0 60000 65536"/>
                  <a:gd name="T15" fmla="*/ 0 60000 65536"/>
                  <a:gd name="T16" fmla="*/ 0 60000 65536"/>
                  <a:gd name="T17" fmla="*/ 0 60000 65536"/>
                  <a:gd name="T18" fmla="*/ 0 60000 65536"/>
                  <a:gd name="T19" fmla="*/ 0 60000 65536"/>
                  <a:gd name="T20" fmla="*/ 0 60000 65536"/>
                  <a:gd name="T21" fmla="*/ 0 w 96"/>
                  <a:gd name="T22" fmla="*/ 0 h 235"/>
                  <a:gd name="T23" fmla="*/ 96 w 96"/>
                  <a:gd name="T24" fmla="*/ 235 h 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235">
                    <a:moveTo>
                      <a:pt x="64" y="235"/>
                    </a:moveTo>
                    <a:lnTo>
                      <a:pt x="96" y="107"/>
                    </a:lnTo>
                    <a:lnTo>
                      <a:pt x="70" y="0"/>
                    </a:lnTo>
                    <a:lnTo>
                      <a:pt x="0" y="33"/>
                    </a:lnTo>
                    <a:lnTo>
                      <a:pt x="6" y="122"/>
                    </a:lnTo>
                    <a:lnTo>
                      <a:pt x="22" y="220"/>
                    </a:lnTo>
                    <a:lnTo>
                      <a:pt x="64" y="235"/>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9" name="Freeform 107"/>
              <p:cNvSpPr>
                <a:spLocks noChangeAspect="1"/>
              </p:cNvSpPr>
              <p:nvPr/>
            </p:nvSpPr>
            <p:spPr bwMode="auto">
              <a:xfrm>
                <a:off x="4736" y="2602"/>
                <a:ext cx="33" cy="95"/>
              </a:xfrm>
              <a:custGeom>
                <a:avLst/>
                <a:gdLst>
                  <a:gd name="T0" fmla="*/ 0 w 161"/>
                  <a:gd name="T1" fmla="*/ 0 h 474"/>
                  <a:gd name="T2" fmla="*/ 0 w 161"/>
                  <a:gd name="T3" fmla="*/ 0 h 474"/>
                  <a:gd name="T4" fmla="*/ 0 w 161"/>
                  <a:gd name="T5" fmla="*/ 0 h 474"/>
                  <a:gd name="T6" fmla="*/ 0 w 161"/>
                  <a:gd name="T7" fmla="*/ 0 h 474"/>
                  <a:gd name="T8" fmla="*/ 0 w 161"/>
                  <a:gd name="T9" fmla="*/ 0 h 474"/>
                  <a:gd name="T10" fmla="*/ 0 w 161"/>
                  <a:gd name="T11" fmla="*/ 0 h 474"/>
                  <a:gd name="T12" fmla="*/ 0 w 161"/>
                  <a:gd name="T13" fmla="*/ 0 h 474"/>
                  <a:gd name="T14" fmla="*/ 0 w 161"/>
                  <a:gd name="T15" fmla="*/ 0 h 474"/>
                  <a:gd name="T16" fmla="*/ 0 w 161"/>
                  <a:gd name="T17" fmla="*/ 0 h 474"/>
                  <a:gd name="T18" fmla="*/ 0 w 161"/>
                  <a:gd name="T19" fmla="*/ 0 h 474"/>
                  <a:gd name="T20" fmla="*/ 0 w 161"/>
                  <a:gd name="T21" fmla="*/ 0 h 474"/>
                  <a:gd name="T22" fmla="*/ 0 w 161"/>
                  <a:gd name="T23" fmla="*/ 0 h 4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1"/>
                  <a:gd name="T37" fmla="*/ 0 h 474"/>
                  <a:gd name="T38" fmla="*/ 161 w 161"/>
                  <a:gd name="T39" fmla="*/ 474 h 4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1" h="474">
                    <a:moveTo>
                      <a:pt x="90" y="103"/>
                    </a:moveTo>
                    <a:lnTo>
                      <a:pt x="122" y="0"/>
                    </a:lnTo>
                    <a:lnTo>
                      <a:pt x="145" y="0"/>
                    </a:lnTo>
                    <a:lnTo>
                      <a:pt x="161" y="129"/>
                    </a:lnTo>
                    <a:lnTo>
                      <a:pt x="129" y="199"/>
                    </a:lnTo>
                    <a:lnTo>
                      <a:pt x="139" y="387"/>
                    </a:lnTo>
                    <a:lnTo>
                      <a:pt x="90" y="474"/>
                    </a:lnTo>
                    <a:lnTo>
                      <a:pt x="65" y="322"/>
                    </a:lnTo>
                    <a:lnTo>
                      <a:pt x="10" y="226"/>
                    </a:lnTo>
                    <a:lnTo>
                      <a:pt x="0" y="129"/>
                    </a:lnTo>
                    <a:lnTo>
                      <a:pt x="65" y="80"/>
                    </a:lnTo>
                    <a:lnTo>
                      <a:pt x="90" y="10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30" name="Freeform 108"/>
              <p:cNvSpPr>
                <a:spLocks noChangeAspect="1"/>
              </p:cNvSpPr>
              <p:nvPr/>
            </p:nvSpPr>
            <p:spPr bwMode="auto">
              <a:xfrm>
                <a:off x="4767" y="2529"/>
                <a:ext cx="21" cy="47"/>
              </a:xfrm>
              <a:custGeom>
                <a:avLst/>
                <a:gdLst>
                  <a:gd name="T0" fmla="*/ 0 w 104"/>
                  <a:gd name="T1" fmla="*/ 0 h 235"/>
                  <a:gd name="T2" fmla="*/ 0 w 104"/>
                  <a:gd name="T3" fmla="*/ 0 h 235"/>
                  <a:gd name="T4" fmla="*/ 0 w 104"/>
                  <a:gd name="T5" fmla="*/ 0 h 235"/>
                  <a:gd name="T6" fmla="*/ 0 w 104"/>
                  <a:gd name="T7" fmla="*/ 0 h 235"/>
                  <a:gd name="T8" fmla="*/ 0 w 104"/>
                  <a:gd name="T9" fmla="*/ 0 h 235"/>
                  <a:gd name="T10" fmla="*/ 0 w 104"/>
                  <a:gd name="T11" fmla="*/ 0 h 235"/>
                  <a:gd name="T12" fmla="*/ 0 60000 65536"/>
                  <a:gd name="T13" fmla="*/ 0 60000 65536"/>
                  <a:gd name="T14" fmla="*/ 0 60000 65536"/>
                  <a:gd name="T15" fmla="*/ 0 60000 65536"/>
                  <a:gd name="T16" fmla="*/ 0 60000 65536"/>
                  <a:gd name="T17" fmla="*/ 0 60000 65536"/>
                  <a:gd name="T18" fmla="*/ 0 w 104"/>
                  <a:gd name="T19" fmla="*/ 0 h 235"/>
                  <a:gd name="T20" fmla="*/ 104 w 104"/>
                  <a:gd name="T21" fmla="*/ 235 h 235"/>
                </a:gdLst>
                <a:ahLst/>
                <a:cxnLst>
                  <a:cxn ang="T12">
                    <a:pos x="T0" y="T1"/>
                  </a:cxn>
                  <a:cxn ang="T13">
                    <a:pos x="T2" y="T3"/>
                  </a:cxn>
                  <a:cxn ang="T14">
                    <a:pos x="T4" y="T5"/>
                  </a:cxn>
                  <a:cxn ang="T15">
                    <a:pos x="T6" y="T7"/>
                  </a:cxn>
                  <a:cxn ang="T16">
                    <a:pos x="T8" y="T9"/>
                  </a:cxn>
                  <a:cxn ang="T17">
                    <a:pos x="T10" y="T11"/>
                  </a:cxn>
                </a:cxnLst>
                <a:rect l="T18" t="T19" r="T20" b="T21"/>
                <a:pathLst>
                  <a:path w="104" h="235">
                    <a:moveTo>
                      <a:pt x="7" y="203"/>
                    </a:moveTo>
                    <a:lnTo>
                      <a:pt x="66" y="235"/>
                    </a:lnTo>
                    <a:lnTo>
                      <a:pt x="104" y="146"/>
                    </a:lnTo>
                    <a:lnTo>
                      <a:pt x="49" y="0"/>
                    </a:lnTo>
                    <a:lnTo>
                      <a:pt x="0" y="32"/>
                    </a:lnTo>
                    <a:lnTo>
                      <a:pt x="7" y="20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grpSp>
          <p:nvGrpSpPr>
            <p:cNvPr id="268" name="Group 109"/>
            <p:cNvGrpSpPr>
              <a:grpSpLocks noChangeAspect="1"/>
            </p:cNvGrpSpPr>
            <p:nvPr/>
          </p:nvGrpSpPr>
          <p:grpSpPr bwMode="auto">
            <a:xfrm>
              <a:off x="7445375" y="1557338"/>
              <a:ext cx="712788" cy="1741487"/>
              <a:chOff x="3983" y="1148"/>
              <a:chExt cx="358" cy="993"/>
            </a:xfrm>
          </p:grpSpPr>
          <p:sp>
            <p:nvSpPr>
              <p:cNvPr id="326" name="Freeform 110"/>
              <p:cNvSpPr>
                <a:spLocks noChangeAspect="1"/>
              </p:cNvSpPr>
              <p:nvPr/>
            </p:nvSpPr>
            <p:spPr bwMode="auto">
              <a:xfrm>
                <a:off x="3983" y="1649"/>
                <a:ext cx="358" cy="492"/>
              </a:xfrm>
              <a:custGeom>
                <a:avLst/>
                <a:gdLst>
                  <a:gd name="T0" fmla="*/ 0 w 1790"/>
                  <a:gd name="T1" fmla="*/ 0 h 2462"/>
                  <a:gd name="T2" fmla="*/ 0 w 1790"/>
                  <a:gd name="T3" fmla="*/ 0 h 2462"/>
                  <a:gd name="T4" fmla="*/ 0 w 1790"/>
                  <a:gd name="T5" fmla="*/ 0 h 2462"/>
                  <a:gd name="T6" fmla="*/ 0 w 1790"/>
                  <a:gd name="T7" fmla="*/ 0 h 2462"/>
                  <a:gd name="T8" fmla="*/ 0 w 1790"/>
                  <a:gd name="T9" fmla="*/ 0 h 2462"/>
                  <a:gd name="T10" fmla="*/ 0 w 1790"/>
                  <a:gd name="T11" fmla="*/ 0 h 2462"/>
                  <a:gd name="T12" fmla="*/ 0 w 1790"/>
                  <a:gd name="T13" fmla="*/ 0 h 2462"/>
                  <a:gd name="T14" fmla="*/ 0 w 1790"/>
                  <a:gd name="T15" fmla="*/ 0 h 2462"/>
                  <a:gd name="T16" fmla="*/ 0 w 1790"/>
                  <a:gd name="T17" fmla="*/ 0 h 2462"/>
                  <a:gd name="T18" fmla="*/ 0 w 1790"/>
                  <a:gd name="T19" fmla="*/ 0 h 2462"/>
                  <a:gd name="T20" fmla="*/ 0 w 1790"/>
                  <a:gd name="T21" fmla="*/ 0 h 2462"/>
                  <a:gd name="T22" fmla="*/ 0 w 1790"/>
                  <a:gd name="T23" fmla="*/ 0 h 2462"/>
                  <a:gd name="T24" fmla="*/ 0 w 1790"/>
                  <a:gd name="T25" fmla="*/ 0 h 2462"/>
                  <a:gd name="T26" fmla="*/ 0 w 1790"/>
                  <a:gd name="T27" fmla="*/ 0 h 2462"/>
                  <a:gd name="T28" fmla="*/ 0 w 1790"/>
                  <a:gd name="T29" fmla="*/ 0 h 2462"/>
                  <a:gd name="T30" fmla="*/ 0 w 1790"/>
                  <a:gd name="T31" fmla="*/ 0 h 2462"/>
                  <a:gd name="T32" fmla="*/ 0 w 1790"/>
                  <a:gd name="T33" fmla="*/ 0 h 2462"/>
                  <a:gd name="T34" fmla="*/ 0 w 1790"/>
                  <a:gd name="T35" fmla="*/ 0 h 2462"/>
                  <a:gd name="T36" fmla="*/ 0 w 1790"/>
                  <a:gd name="T37" fmla="*/ 0 h 2462"/>
                  <a:gd name="T38" fmla="*/ 0 w 1790"/>
                  <a:gd name="T39" fmla="*/ 0 h 2462"/>
                  <a:gd name="T40" fmla="*/ 0 w 1790"/>
                  <a:gd name="T41" fmla="*/ 0 h 2462"/>
                  <a:gd name="T42" fmla="*/ 0 w 1790"/>
                  <a:gd name="T43" fmla="*/ 0 h 2462"/>
                  <a:gd name="T44" fmla="*/ 0 w 1790"/>
                  <a:gd name="T45" fmla="*/ 0 h 2462"/>
                  <a:gd name="T46" fmla="*/ 0 w 1790"/>
                  <a:gd name="T47" fmla="*/ 0 h 2462"/>
                  <a:gd name="T48" fmla="*/ 0 w 1790"/>
                  <a:gd name="T49" fmla="*/ 0 h 2462"/>
                  <a:gd name="T50" fmla="*/ 0 w 1790"/>
                  <a:gd name="T51" fmla="*/ 0 h 2462"/>
                  <a:gd name="T52" fmla="*/ 0 w 1790"/>
                  <a:gd name="T53" fmla="*/ 0 h 2462"/>
                  <a:gd name="T54" fmla="*/ 0 w 1790"/>
                  <a:gd name="T55" fmla="*/ 0 h 2462"/>
                  <a:gd name="T56" fmla="*/ 0 w 1790"/>
                  <a:gd name="T57" fmla="*/ 0 h 2462"/>
                  <a:gd name="T58" fmla="*/ 0 w 1790"/>
                  <a:gd name="T59" fmla="*/ 0 h 2462"/>
                  <a:gd name="T60" fmla="*/ 0 w 1790"/>
                  <a:gd name="T61" fmla="*/ 0 h 2462"/>
                  <a:gd name="T62" fmla="*/ 0 w 1790"/>
                  <a:gd name="T63" fmla="*/ 0 h 2462"/>
                  <a:gd name="T64" fmla="*/ 0 w 1790"/>
                  <a:gd name="T65" fmla="*/ 0 h 2462"/>
                  <a:gd name="T66" fmla="*/ 0 w 1790"/>
                  <a:gd name="T67" fmla="*/ 0 h 2462"/>
                  <a:gd name="T68" fmla="*/ 0 w 1790"/>
                  <a:gd name="T69" fmla="*/ 0 h 2462"/>
                  <a:gd name="T70" fmla="*/ 0 w 1790"/>
                  <a:gd name="T71" fmla="*/ 0 h 2462"/>
                  <a:gd name="T72" fmla="*/ 0 w 1790"/>
                  <a:gd name="T73" fmla="*/ 0 h 2462"/>
                  <a:gd name="T74" fmla="*/ 0 w 1790"/>
                  <a:gd name="T75" fmla="*/ 0 h 2462"/>
                  <a:gd name="T76" fmla="*/ 0 w 1790"/>
                  <a:gd name="T77" fmla="*/ 0 h 2462"/>
                  <a:gd name="T78" fmla="*/ 0 w 1790"/>
                  <a:gd name="T79" fmla="*/ 0 h 2462"/>
                  <a:gd name="T80" fmla="*/ 0 w 1790"/>
                  <a:gd name="T81" fmla="*/ 0 h 2462"/>
                  <a:gd name="T82" fmla="*/ 0 w 1790"/>
                  <a:gd name="T83" fmla="*/ 0 h 2462"/>
                  <a:gd name="T84" fmla="*/ 0 w 1790"/>
                  <a:gd name="T85" fmla="*/ 0 h 2462"/>
                  <a:gd name="T86" fmla="*/ 0 w 1790"/>
                  <a:gd name="T87" fmla="*/ 0 h 2462"/>
                  <a:gd name="T88" fmla="*/ 0 w 1790"/>
                  <a:gd name="T89" fmla="*/ 0 h 2462"/>
                  <a:gd name="T90" fmla="*/ 0 w 1790"/>
                  <a:gd name="T91" fmla="*/ 0 h 2462"/>
                  <a:gd name="T92" fmla="*/ 0 w 1790"/>
                  <a:gd name="T93" fmla="*/ 0 h 2462"/>
                  <a:gd name="T94" fmla="*/ 0 w 1790"/>
                  <a:gd name="T95" fmla="*/ 0 h 2462"/>
                  <a:gd name="T96" fmla="*/ 0 w 1790"/>
                  <a:gd name="T97" fmla="*/ 0 h 2462"/>
                  <a:gd name="T98" fmla="*/ 0 w 1790"/>
                  <a:gd name="T99" fmla="*/ 0 h 246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790"/>
                  <a:gd name="T151" fmla="*/ 0 h 2462"/>
                  <a:gd name="T152" fmla="*/ 1790 w 1790"/>
                  <a:gd name="T153" fmla="*/ 2462 h 246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790" h="2462">
                    <a:moveTo>
                      <a:pt x="1065" y="0"/>
                    </a:moveTo>
                    <a:lnTo>
                      <a:pt x="1167" y="29"/>
                    </a:lnTo>
                    <a:lnTo>
                      <a:pt x="1184" y="109"/>
                    </a:lnTo>
                    <a:lnTo>
                      <a:pt x="1265" y="126"/>
                    </a:lnTo>
                    <a:lnTo>
                      <a:pt x="1355" y="232"/>
                    </a:lnTo>
                    <a:lnTo>
                      <a:pt x="1451" y="313"/>
                    </a:lnTo>
                    <a:lnTo>
                      <a:pt x="1565" y="303"/>
                    </a:lnTo>
                    <a:lnTo>
                      <a:pt x="1726" y="448"/>
                    </a:lnTo>
                    <a:lnTo>
                      <a:pt x="1790" y="836"/>
                    </a:lnTo>
                    <a:lnTo>
                      <a:pt x="1661" y="819"/>
                    </a:lnTo>
                    <a:lnTo>
                      <a:pt x="1517" y="626"/>
                    </a:lnTo>
                    <a:lnTo>
                      <a:pt x="1517" y="755"/>
                    </a:lnTo>
                    <a:lnTo>
                      <a:pt x="1339" y="948"/>
                    </a:lnTo>
                    <a:lnTo>
                      <a:pt x="1404" y="1239"/>
                    </a:lnTo>
                    <a:lnTo>
                      <a:pt x="1532" y="1594"/>
                    </a:lnTo>
                    <a:lnTo>
                      <a:pt x="1710" y="1642"/>
                    </a:lnTo>
                    <a:lnTo>
                      <a:pt x="1661" y="1755"/>
                    </a:lnTo>
                    <a:lnTo>
                      <a:pt x="1549" y="1788"/>
                    </a:lnTo>
                    <a:lnTo>
                      <a:pt x="1597" y="1949"/>
                    </a:lnTo>
                    <a:lnTo>
                      <a:pt x="1419" y="2110"/>
                    </a:lnTo>
                    <a:lnTo>
                      <a:pt x="1436" y="1932"/>
                    </a:lnTo>
                    <a:lnTo>
                      <a:pt x="1258" y="2029"/>
                    </a:lnTo>
                    <a:lnTo>
                      <a:pt x="1114" y="2207"/>
                    </a:lnTo>
                    <a:lnTo>
                      <a:pt x="1194" y="2303"/>
                    </a:lnTo>
                    <a:lnTo>
                      <a:pt x="1065" y="2336"/>
                    </a:lnTo>
                    <a:lnTo>
                      <a:pt x="968" y="2462"/>
                    </a:lnTo>
                    <a:lnTo>
                      <a:pt x="952" y="2352"/>
                    </a:lnTo>
                    <a:lnTo>
                      <a:pt x="775" y="2336"/>
                    </a:lnTo>
                    <a:lnTo>
                      <a:pt x="662" y="2417"/>
                    </a:lnTo>
                    <a:lnTo>
                      <a:pt x="629" y="2159"/>
                    </a:lnTo>
                    <a:lnTo>
                      <a:pt x="420" y="2029"/>
                    </a:lnTo>
                    <a:lnTo>
                      <a:pt x="268" y="2161"/>
                    </a:lnTo>
                    <a:lnTo>
                      <a:pt x="242" y="2046"/>
                    </a:lnTo>
                    <a:lnTo>
                      <a:pt x="16" y="1755"/>
                    </a:lnTo>
                    <a:lnTo>
                      <a:pt x="0" y="1626"/>
                    </a:lnTo>
                    <a:lnTo>
                      <a:pt x="145" y="1497"/>
                    </a:lnTo>
                    <a:lnTo>
                      <a:pt x="65" y="1368"/>
                    </a:lnTo>
                    <a:lnTo>
                      <a:pt x="242" y="1255"/>
                    </a:lnTo>
                    <a:lnTo>
                      <a:pt x="338" y="1239"/>
                    </a:lnTo>
                    <a:lnTo>
                      <a:pt x="436" y="980"/>
                    </a:lnTo>
                    <a:lnTo>
                      <a:pt x="323" y="916"/>
                    </a:lnTo>
                    <a:lnTo>
                      <a:pt x="338" y="787"/>
                    </a:lnTo>
                    <a:lnTo>
                      <a:pt x="242" y="723"/>
                    </a:lnTo>
                    <a:lnTo>
                      <a:pt x="226" y="529"/>
                    </a:lnTo>
                    <a:lnTo>
                      <a:pt x="371" y="352"/>
                    </a:lnTo>
                    <a:lnTo>
                      <a:pt x="404" y="155"/>
                    </a:lnTo>
                    <a:lnTo>
                      <a:pt x="626" y="216"/>
                    </a:lnTo>
                    <a:lnTo>
                      <a:pt x="739" y="158"/>
                    </a:lnTo>
                    <a:lnTo>
                      <a:pt x="974" y="94"/>
                    </a:lnTo>
                    <a:lnTo>
                      <a:pt x="1065" y="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7" name="Freeform 111"/>
              <p:cNvSpPr>
                <a:spLocks noChangeAspect="1"/>
              </p:cNvSpPr>
              <p:nvPr/>
            </p:nvSpPr>
            <p:spPr bwMode="auto">
              <a:xfrm>
                <a:off x="3994" y="1148"/>
                <a:ext cx="40" cy="76"/>
              </a:xfrm>
              <a:custGeom>
                <a:avLst/>
                <a:gdLst>
                  <a:gd name="T0" fmla="*/ 0 w 199"/>
                  <a:gd name="T1" fmla="*/ 0 h 381"/>
                  <a:gd name="T2" fmla="*/ 0 w 199"/>
                  <a:gd name="T3" fmla="*/ 0 h 381"/>
                  <a:gd name="T4" fmla="*/ 0 w 199"/>
                  <a:gd name="T5" fmla="*/ 0 h 381"/>
                  <a:gd name="T6" fmla="*/ 0 w 199"/>
                  <a:gd name="T7" fmla="*/ 0 h 381"/>
                  <a:gd name="T8" fmla="*/ 0 w 199"/>
                  <a:gd name="T9" fmla="*/ 0 h 381"/>
                  <a:gd name="T10" fmla="*/ 0 w 199"/>
                  <a:gd name="T11" fmla="*/ 0 h 381"/>
                  <a:gd name="T12" fmla="*/ 0 w 199"/>
                  <a:gd name="T13" fmla="*/ 0 h 381"/>
                  <a:gd name="T14" fmla="*/ 0 60000 65536"/>
                  <a:gd name="T15" fmla="*/ 0 60000 65536"/>
                  <a:gd name="T16" fmla="*/ 0 60000 65536"/>
                  <a:gd name="T17" fmla="*/ 0 60000 65536"/>
                  <a:gd name="T18" fmla="*/ 0 60000 65536"/>
                  <a:gd name="T19" fmla="*/ 0 60000 65536"/>
                  <a:gd name="T20" fmla="*/ 0 60000 65536"/>
                  <a:gd name="T21" fmla="*/ 0 w 199"/>
                  <a:gd name="T22" fmla="*/ 0 h 381"/>
                  <a:gd name="T23" fmla="*/ 199 w 199"/>
                  <a:gd name="T24" fmla="*/ 381 h 3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9" h="381">
                    <a:moveTo>
                      <a:pt x="199" y="97"/>
                    </a:moveTo>
                    <a:lnTo>
                      <a:pt x="155" y="235"/>
                    </a:lnTo>
                    <a:lnTo>
                      <a:pt x="167" y="371"/>
                    </a:lnTo>
                    <a:lnTo>
                      <a:pt x="122" y="381"/>
                    </a:lnTo>
                    <a:lnTo>
                      <a:pt x="0" y="145"/>
                    </a:lnTo>
                    <a:lnTo>
                      <a:pt x="129" y="0"/>
                    </a:lnTo>
                    <a:lnTo>
                      <a:pt x="199" y="97"/>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grpSp>
          <p:nvGrpSpPr>
            <p:cNvPr id="269" name="Group 112"/>
            <p:cNvGrpSpPr>
              <a:grpSpLocks noChangeAspect="1"/>
            </p:cNvGrpSpPr>
            <p:nvPr/>
          </p:nvGrpSpPr>
          <p:grpSpPr bwMode="auto">
            <a:xfrm>
              <a:off x="6000750" y="1914525"/>
              <a:ext cx="1909763" cy="2051050"/>
              <a:chOff x="3112" y="1506"/>
              <a:chExt cx="959" cy="1170"/>
            </a:xfrm>
          </p:grpSpPr>
          <p:sp>
            <p:nvSpPr>
              <p:cNvPr id="322" name="Freeform 113"/>
              <p:cNvSpPr>
                <a:spLocks noChangeAspect="1"/>
              </p:cNvSpPr>
              <p:nvPr/>
            </p:nvSpPr>
            <p:spPr bwMode="auto">
              <a:xfrm>
                <a:off x="3112" y="1522"/>
                <a:ext cx="959" cy="1154"/>
              </a:xfrm>
              <a:custGeom>
                <a:avLst/>
                <a:gdLst>
                  <a:gd name="T0" fmla="*/ 0 w 4794"/>
                  <a:gd name="T1" fmla="*/ 0 h 5770"/>
                  <a:gd name="T2" fmla="*/ 0 w 4794"/>
                  <a:gd name="T3" fmla="*/ 0 h 5770"/>
                  <a:gd name="T4" fmla="*/ 0 w 4794"/>
                  <a:gd name="T5" fmla="*/ 0 h 5770"/>
                  <a:gd name="T6" fmla="*/ 0 w 4794"/>
                  <a:gd name="T7" fmla="*/ 0 h 5770"/>
                  <a:gd name="T8" fmla="*/ 0 w 4794"/>
                  <a:gd name="T9" fmla="*/ 0 h 5770"/>
                  <a:gd name="T10" fmla="*/ 0 w 4794"/>
                  <a:gd name="T11" fmla="*/ 0 h 5770"/>
                  <a:gd name="T12" fmla="*/ 0 w 4794"/>
                  <a:gd name="T13" fmla="*/ 0 h 5770"/>
                  <a:gd name="T14" fmla="*/ 0 w 4794"/>
                  <a:gd name="T15" fmla="*/ 0 h 5770"/>
                  <a:gd name="T16" fmla="*/ 0 w 4794"/>
                  <a:gd name="T17" fmla="*/ 0 h 5770"/>
                  <a:gd name="T18" fmla="*/ 0 w 4794"/>
                  <a:gd name="T19" fmla="*/ 0 h 5770"/>
                  <a:gd name="T20" fmla="*/ 0 w 4794"/>
                  <a:gd name="T21" fmla="*/ 0 h 5770"/>
                  <a:gd name="T22" fmla="*/ 0 w 4794"/>
                  <a:gd name="T23" fmla="*/ 0 h 5770"/>
                  <a:gd name="T24" fmla="*/ 0 w 4794"/>
                  <a:gd name="T25" fmla="*/ 0 h 5770"/>
                  <a:gd name="T26" fmla="*/ 0 w 4794"/>
                  <a:gd name="T27" fmla="*/ 0 h 5770"/>
                  <a:gd name="T28" fmla="*/ 0 w 4794"/>
                  <a:gd name="T29" fmla="*/ 0 h 5770"/>
                  <a:gd name="T30" fmla="*/ 0 w 4794"/>
                  <a:gd name="T31" fmla="*/ 0 h 5770"/>
                  <a:gd name="T32" fmla="*/ 0 w 4794"/>
                  <a:gd name="T33" fmla="*/ 0 h 5770"/>
                  <a:gd name="T34" fmla="*/ 0 w 4794"/>
                  <a:gd name="T35" fmla="*/ 0 h 5770"/>
                  <a:gd name="T36" fmla="*/ 0 w 4794"/>
                  <a:gd name="T37" fmla="*/ 0 h 5770"/>
                  <a:gd name="T38" fmla="*/ 0 w 4794"/>
                  <a:gd name="T39" fmla="*/ 0 h 5770"/>
                  <a:gd name="T40" fmla="*/ 0 w 4794"/>
                  <a:gd name="T41" fmla="*/ 0 h 5770"/>
                  <a:gd name="T42" fmla="*/ 0 w 4794"/>
                  <a:gd name="T43" fmla="*/ 0 h 5770"/>
                  <a:gd name="T44" fmla="*/ 0 w 4794"/>
                  <a:gd name="T45" fmla="*/ 0 h 5770"/>
                  <a:gd name="T46" fmla="*/ 0 w 4794"/>
                  <a:gd name="T47" fmla="*/ 0 h 5770"/>
                  <a:gd name="T48" fmla="*/ 0 w 4794"/>
                  <a:gd name="T49" fmla="*/ 0 h 5770"/>
                  <a:gd name="T50" fmla="*/ 0 w 4794"/>
                  <a:gd name="T51" fmla="*/ 0 h 5770"/>
                  <a:gd name="T52" fmla="*/ 0 w 4794"/>
                  <a:gd name="T53" fmla="*/ 0 h 5770"/>
                  <a:gd name="T54" fmla="*/ 0 w 4794"/>
                  <a:gd name="T55" fmla="*/ 0 h 5770"/>
                  <a:gd name="T56" fmla="*/ 0 w 4794"/>
                  <a:gd name="T57" fmla="*/ 0 h 5770"/>
                  <a:gd name="T58" fmla="*/ 0 w 4794"/>
                  <a:gd name="T59" fmla="*/ 0 h 5770"/>
                  <a:gd name="T60" fmla="*/ 0 w 4794"/>
                  <a:gd name="T61" fmla="*/ 0 h 5770"/>
                  <a:gd name="T62" fmla="*/ 0 w 4794"/>
                  <a:gd name="T63" fmla="*/ 0 h 5770"/>
                  <a:gd name="T64" fmla="*/ 0 w 4794"/>
                  <a:gd name="T65" fmla="*/ 0 h 5770"/>
                  <a:gd name="T66" fmla="*/ 0 w 4794"/>
                  <a:gd name="T67" fmla="*/ 0 h 5770"/>
                  <a:gd name="T68" fmla="*/ 0 w 4794"/>
                  <a:gd name="T69" fmla="*/ 0 h 5770"/>
                  <a:gd name="T70" fmla="*/ 0 w 4794"/>
                  <a:gd name="T71" fmla="*/ 0 h 5770"/>
                  <a:gd name="T72" fmla="*/ 0 w 4794"/>
                  <a:gd name="T73" fmla="*/ 0 h 5770"/>
                  <a:gd name="T74" fmla="*/ 0 w 4794"/>
                  <a:gd name="T75" fmla="*/ 0 h 5770"/>
                  <a:gd name="T76" fmla="*/ 0 w 4794"/>
                  <a:gd name="T77" fmla="*/ 0 h 5770"/>
                  <a:gd name="T78" fmla="*/ 0 w 4794"/>
                  <a:gd name="T79" fmla="*/ 0 h 5770"/>
                  <a:gd name="T80" fmla="*/ 0 w 4794"/>
                  <a:gd name="T81" fmla="*/ 0 h 5770"/>
                  <a:gd name="T82" fmla="*/ 0 w 4794"/>
                  <a:gd name="T83" fmla="*/ 0 h 5770"/>
                  <a:gd name="T84" fmla="*/ 0 w 4794"/>
                  <a:gd name="T85" fmla="*/ 0 h 5770"/>
                  <a:gd name="T86" fmla="*/ 0 w 4794"/>
                  <a:gd name="T87" fmla="*/ 0 h 5770"/>
                  <a:gd name="T88" fmla="*/ 0 w 4794"/>
                  <a:gd name="T89" fmla="*/ 0 h 577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794"/>
                  <a:gd name="T136" fmla="*/ 0 h 5770"/>
                  <a:gd name="T137" fmla="*/ 4794 w 4794"/>
                  <a:gd name="T138" fmla="*/ 5770 h 577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794" h="5770">
                    <a:moveTo>
                      <a:pt x="1083" y="1743"/>
                    </a:moveTo>
                    <a:lnTo>
                      <a:pt x="1019" y="1566"/>
                    </a:lnTo>
                    <a:lnTo>
                      <a:pt x="1019" y="1405"/>
                    </a:lnTo>
                    <a:lnTo>
                      <a:pt x="1197" y="1437"/>
                    </a:lnTo>
                    <a:lnTo>
                      <a:pt x="1310" y="1388"/>
                    </a:lnTo>
                    <a:lnTo>
                      <a:pt x="1503" y="1405"/>
                    </a:lnTo>
                    <a:lnTo>
                      <a:pt x="1407" y="1646"/>
                    </a:lnTo>
                    <a:lnTo>
                      <a:pt x="1617" y="1727"/>
                    </a:lnTo>
                    <a:lnTo>
                      <a:pt x="1988" y="1904"/>
                    </a:lnTo>
                    <a:lnTo>
                      <a:pt x="1955" y="1598"/>
                    </a:lnTo>
                    <a:lnTo>
                      <a:pt x="2149" y="1566"/>
                    </a:lnTo>
                    <a:lnTo>
                      <a:pt x="2196" y="1452"/>
                    </a:lnTo>
                    <a:lnTo>
                      <a:pt x="2503" y="1242"/>
                    </a:lnTo>
                    <a:lnTo>
                      <a:pt x="2277" y="1081"/>
                    </a:lnTo>
                    <a:lnTo>
                      <a:pt x="2342" y="920"/>
                    </a:lnTo>
                    <a:lnTo>
                      <a:pt x="2616" y="710"/>
                    </a:lnTo>
                    <a:lnTo>
                      <a:pt x="2729" y="759"/>
                    </a:lnTo>
                    <a:lnTo>
                      <a:pt x="2794" y="613"/>
                    </a:lnTo>
                    <a:lnTo>
                      <a:pt x="3019" y="485"/>
                    </a:lnTo>
                    <a:lnTo>
                      <a:pt x="3036" y="613"/>
                    </a:lnTo>
                    <a:lnTo>
                      <a:pt x="3165" y="613"/>
                    </a:lnTo>
                    <a:lnTo>
                      <a:pt x="3229" y="532"/>
                    </a:lnTo>
                    <a:lnTo>
                      <a:pt x="3536" y="532"/>
                    </a:lnTo>
                    <a:lnTo>
                      <a:pt x="3536" y="307"/>
                    </a:lnTo>
                    <a:lnTo>
                      <a:pt x="3810" y="49"/>
                    </a:lnTo>
                    <a:lnTo>
                      <a:pt x="4019" y="161"/>
                    </a:lnTo>
                    <a:lnTo>
                      <a:pt x="4132" y="129"/>
                    </a:lnTo>
                    <a:lnTo>
                      <a:pt x="4293" y="146"/>
                    </a:lnTo>
                    <a:lnTo>
                      <a:pt x="4268" y="0"/>
                    </a:lnTo>
                    <a:lnTo>
                      <a:pt x="4374" y="42"/>
                    </a:lnTo>
                    <a:lnTo>
                      <a:pt x="4526" y="172"/>
                    </a:lnTo>
                    <a:lnTo>
                      <a:pt x="4397" y="445"/>
                    </a:lnTo>
                    <a:lnTo>
                      <a:pt x="4348" y="543"/>
                    </a:lnTo>
                    <a:lnTo>
                      <a:pt x="4455" y="710"/>
                    </a:lnTo>
                    <a:lnTo>
                      <a:pt x="4622" y="710"/>
                    </a:lnTo>
                    <a:lnTo>
                      <a:pt x="4664" y="695"/>
                    </a:lnTo>
                    <a:lnTo>
                      <a:pt x="4762" y="788"/>
                    </a:lnTo>
                    <a:lnTo>
                      <a:pt x="4729" y="985"/>
                    </a:lnTo>
                    <a:lnTo>
                      <a:pt x="4584" y="1162"/>
                    </a:lnTo>
                    <a:lnTo>
                      <a:pt x="4600" y="1356"/>
                    </a:lnTo>
                    <a:lnTo>
                      <a:pt x="4696" y="1420"/>
                    </a:lnTo>
                    <a:lnTo>
                      <a:pt x="4681" y="1549"/>
                    </a:lnTo>
                    <a:lnTo>
                      <a:pt x="4794" y="1613"/>
                    </a:lnTo>
                    <a:lnTo>
                      <a:pt x="4696" y="1872"/>
                    </a:lnTo>
                    <a:lnTo>
                      <a:pt x="4600" y="1888"/>
                    </a:lnTo>
                    <a:lnTo>
                      <a:pt x="4423" y="2001"/>
                    </a:lnTo>
                    <a:lnTo>
                      <a:pt x="4503" y="2130"/>
                    </a:lnTo>
                    <a:lnTo>
                      <a:pt x="4358" y="2259"/>
                    </a:lnTo>
                    <a:lnTo>
                      <a:pt x="4374" y="2388"/>
                    </a:lnTo>
                    <a:lnTo>
                      <a:pt x="4600" y="2679"/>
                    </a:lnTo>
                    <a:lnTo>
                      <a:pt x="4626" y="2794"/>
                    </a:lnTo>
                    <a:lnTo>
                      <a:pt x="4649" y="2904"/>
                    </a:lnTo>
                    <a:lnTo>
                      <a:pt x="4471" y="2953"/>
                    </a:lnTo>
                    <a:lnTo>
                      <a:pt x="4342" y="3050"/>
                    </a:lnTo>
                    <a:lnTo>
                      <a:pt x="4181" y="3001"/>
                    </a:lnTo>
                    <a:lnTo>
                      <a:pt x="4164" y="3163"/>
                    </a:lnTo>
                    <a:lnTo>
                      <a:pt x="4278" y="3275"/>
                    </a:lnTo>
                    <a:lnTo>
                      <a:pt x="4229" y="3501"/>
                    </a:lnTo>
                    <a:lnTo>
                      <a:pt x="4407" y="3824"/>
                    </a:lnTo>
                    <a:lnTo>
                      <a:pt x="4293" y="4050"/>
                    </a:lnTo>
                    <a:lnTo>
                      <a:pt x="4181" y="4050"/>
                    </a:lnTo>
                    <a:lnTo>
                      <a:pt x="4197" y="4195"/>
                    </a:lnTo>
                    <a:lnTo>
                      <a:pt x="3922" y="4309"/>
                    </a:lnTo>
                    <a:lnTo>
                      <a:pt x="4003" y="4598"/>
                    </a:lnTo>
                    <a:lnTo>
                      <a:pt x="3954" y="4712"/>
                    </a:lnTo>
                    <a:lnTo>
                      <a:pt x="4068" y="4792"/>
                    </a:lnTo>
                    <a:lnTo>
                      <a:pt x="4068" y="4970"/>
                    </a:lnTo>
                    <a:lnTo>
                      <a:pt x="4181" y="4970"/>
                    </a:lnTo>
                    <a:lnTo>
                      <a:pt x="4149" y="5147"/>
                    </a:lnTo>
                    <a:lnTo>
                      <a:pt x="4219" y="5292"/>
                    </a:lnTo>
                    <a:lnTo>
                      <a:pt x="4049" y="5392"/>
                    </a:lnTo>
                    <a:lnTo>
                      <a:pt x="3997" y="5543"/>
                    </a:lnTo>
                    <a:lnTo>
                      <a:pt x="3888" y="5543"/>
                    </a:lnTo>
                    <a:lnTo>
                      <a:pt x="3700" y="5651"/>
                    </a:lnTo>
                    <a:lnTo>
                      <a:pt x="3636" y="5715"/>
                    </a:lnTo>
                    <a:lnTo>
                      <a:pt x="3500" y="5699"/>
                    </a:lnTo>
                    <a:lnTo>
                      <a:pt x="3384" y="5753"/>
                    </a:lnTo>
                    <a:lnTo>
                      <a:pt x="3242" y="5673"/>
                    </a:lnTo>
                    <a:lnTo>
                      <a:pt x="3112" y="5738"/>
                    </a:lnTo>
                    <a:lnTo>
                      <a:pt x="2984" y="5699"/>
                    </a:lnTo>
                    <a:lnTo>
                      <a:pt x="2900" y="5770"/>
                    </a:lnTo>
                    <a:lnTo>
                      <a:pt x="2803" y="5706"/>
                    </a:lnTo>
                    <a:lnTo>
                      <a:pt x="2639" y="5770"/>
                    </a:lnTo>
                    <a:lnTo>
                      <a:pt x="2523" y="5673"/>
                    </a:lnTo>
                    <a:lnTo>
                      <a:pt x="2416" y="5608"/>
                    </a:lnTo>
                    <a:lnTo>
                      <a:pt x="2384" y="5528"/>
                    </a:lnTo>
                    <a:lnTo>
                      <a:pt x="2264" y="5350"/>
                    </a:lnTo>
                    <a:lnTo>
                      <a:pt x="2232" y="5248"/>
                    </a:lnTo>
                    <a:lnTo>
                      <a:pt x="2152" y="5214"/>
                    </a:lnTo>
                    <a:lnTo>
                      <a:pt x="2054" y="5327"/>
                    </a:lnTo>
                    <a:lnTo>
                      <a:pt x="1965" y="5205"/>
                    </a:lnTo>
                    <a:lnTo>
                      <a:pt x="1803" y="5108"/>
                    </a:lnTo>
                    <a:lnTo>
                      <a:pt x="1651" y="5269"/>
                    </a:lnTo>
                    <a:lnTo>
                      <a:pt x="1609" y="5479"/>
                    </a:lnTo>
                    <a:lnTo>
                      <a:pt x="1475" y="5651"/>
                    </a:lnTo>
                    <a:lnTo>
                      <a:pt x="1420" y="5537"/>
                    </a:lnTo>
                    <a:lnTo>
                      <a:pt x="1394" y="5608"/>
                    </a:lnTo>
                    <a:lnTo>
                      <a:pt x="1193" y="5673"/>
                    </a:lnTo>
                    <a:lnTo>
                      <a:pt x="1168" y="5731"/>
                    </a:lnTo>
                    <a:lnTo>
                      <a:pt x="1064" y="5731"/>
                    </a:lnTo>
                    <a:lnTo>
                      <a:pt x="1032" y="5576"/>
                    </a:lnTo>
                    <a:lnTo>
                      <a:pt x="1071" y="5231"/>
                    </a:lnTo>
                    <a:lnTo>
                      <a:pt x="926" y="5134"/>
                    </a:lnTo>
                    <a:lnTo>
                      <a:pt x="877" y="5028"/>
                    </a:lnTo>
                    <a:lnTo>
                      <a:pt x="919" y="4937"/>
                    </a:lnTo>
                    <a:lnTo>
                      <a:pt x="807" y="4898"/>
                    </a:lnTo>
                    <a:lnTo>
                      <a:pt x="797" y="4744"/>
                    </a:lnTo>
                    <a:lnTo>
                      <a:pt x="652" y="4608"/>
                    </a:lnTo>
                    <a:lnTo>
                      <a:pt x="610" y="4530"/>
                    </a:lnTo>
                    <a:lnTo>
                      <a:pt x="570" y="4453"/>
                    </a:lnTo>
                    <a:lnTo>
                      <a:pt x="307" y="4453"/>
                    </a:lnTo>
                    <a:lnTo>
                      <a:pt x="258" y="4286"/>
                    </a:lnTo>
                    <a:lnTo>
                      <a:pt x="322" y="4140"/>
                    </a:lnTo>
                    <a:lnTo>
                      <a:pt x="216" y="4034"/>
                    </a:lnTo>
                    <a:lnTo>
                      <a:pt x="184" y="3866"/>
                    </a:lnTo>
                    <a:lnTo>
                      <a:pt x="112" y="3828"/>
                    </a:lnTo>
                    <a:lnTo>
                      <a:pt x="216" y="3679"/>
                    </a:lnTo>
                    <a:lnTo>
                      <a:pt x="161" y="3569"/>
                    </a:lnTo>
                    <a:lnTo>
                      <a:pt x="167" y="3440"/>
                    </a:lnTo>
                    <a:lnTo>
                      <a:pt x="97" y="3279"/>
                    </a:lnTo>
                    <a:lnTo>
                      <a:pt x="0" y="3163"/>
                    </a:lnTo>
                    <a:lnTo>
                      <a:pt x="145" y="3010"/>
                    </a:lnTo>
                    <a:lnTo>
                      <a:pt x="275" y="2995"/>
                    </a:lnTo>
                    <a:lnTo>
                      <a:pt x="275" y="2794"/>
                    </a:lnTo>
                    <a:lnTo>
                      <a:pt x="451" y="2550"/>
                    </a:lnTo>
                    <a:lnTo>
                      <a:pt x="371" y="2431"/>
                    </a:lnTo>
                    <a:lnTo>
                      <a:pt x="362" y="2317"/>
                    </a:lnTo>
                    <a:lnTo>
                      <a:pt x="194" y="2188"/>
                    </a:lnTo>
                    <a:lnTo>
                      <a:pt x="135" y="1995"/>
                    </a:lnTo>
                    <a:lnTo>
                      <a:pt x="167" y="1823"/>
                    </a:lnTo>
                    <a:lnTo>
                      <a:pt x="184" y="1872"/>
                    </a:lnTo>
                    <a:lnTo>
                      <a:pt x="264" y="1762"/>
                    </a:lnTo>
                    <a:lnTo>
                      <a:pt x="345" y="1859"/>
                    </a:lnTo>
                    <a:lnTo>
                      <a:pt x="684" y="1678"/>
                    </a:lnTo>
                    <a:lnTo>
                      <a:pt x="716" y="1795"/>
                    </a:lnTo>
                    <a:lnTo>
                      <a:pt x="1083" y="174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3" name="Freeform 114"/>
              <p:cNvSpPr>
                <a:spLocks noChangeAspect="1"/>
              </p:cNvSpPr>
              <p:nvPr/>
            </p:nvSpPr>
            <p:spPr bwMode="auto">
              <a:xfrm>
                <a:off x="3547" y="1648"/>
                <a:ext cx="47" cy="42"/>
              </a:xfrm>
              <a:custGeom>
                <a:avLst/>
                <a:gdLst>
                  <a:gd name="T0" fmla="*/ 0 w 233"/>
                  <a:gd name="T1" fmla="*/ 0 h 209"/>
                  <a:gd name="T2" fmla="*/ 0 w 233"/>
                  <a:gd name="T3" fmla="*/ 0 h 209"/>
                  <a:gd name="T4" fmla="*/ 0 w 233"/>
                  <a:gd name="T5" fmla="*/ 0 h 209"/>
                  <a:gd name="T6" fmla="*/ 0 w 233"/>
                  <a:gd name="T7" fmla="*/ 0 h 209"/>
                  <a:gd name="T8" fmla="*/ 0 w 233"/>
                  <a:gd name="T9" fmla="*/ 0 h 209"/>
                  <a:gd name="T10" fmla="*/ 0 60000 65536"/>
                  <a:gd name="T11" fmla="*/ 0 60000 65536"/>
                  <a:gd name="T12" fmla="*/ 0 60000 65536"/>
                  <a:gd name="T13" fmla="*/ 0 60000 65536"/>
                  <a:gd name="T14" fmla="*/ 0 60000 65536"/>
                  <a:gd name="T15" fmla="*/ 0 w 233"/>
                  <a:gd name="T16" fmla="*/ 0 h 209"/>
                  <a:gd name="T17" fmla="*/ 233 w 233"/>
                  <a:gd name="T18" fmla="*/ 209 h 209"/>
                </a:gdLst>
                <a:ahLst/>
                <a:cxnLst>
                  <a:cxn ang="T10">
                    <a:pos x="T0" y="T1"/>
                  </a:cxn>
                  <a:cxn ang="T11">
                    <a:pos x="T2" y="T3"/>
                  </a:cxn>
                  <a:cxn ang="T12">
                    <a:pos x="T4" y="T5"/>
                  </a:cxn>
                  <a:cxn ang="T13">
                    <a:pos x="T6" y="T7"/>
                  </a:cxn>
                  <a:cxn ang="T14">
                    <a:pos x="T8" y="T9"/>
                  </a:cxn>
                </a:cxnLst>
                <a:rect l="T15" t="T16" r="T17" b="T18"/>
                <a:pathLst>
                  <a:path w="233" h="209">
                    <a:moveTo>
                      <a:pt x="0" y="209"/>
                    </a:moveTo>
                    <a:lnTo>
                      <a:pt x="233" y="74"/>
                    </a:lnTo>
                    <a:lnTo>
                      <a:pt x="184" y="0"/>
                    </a:lnTo>
                    <a:lnTo>
                      <a:pt x="7" y="0"/>
                    </a:lnTo>
                    <a:lnTo>
                      <a:pt x="0" y="209"/>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4" name="Freeform 115"/>
              <p:cNvSpPr>
                <a:spLocks noChangeAspect="1"/>
              </p:cNvSpPr>
              <p:nvPr/>
            </p:nvSpPr>
            <p:spPr bwMode="auto">
              <a:xfrm>
                <a:off x="3426" y="1551"/>
                <a:ext cx="102" cy="99"/>
              </a:xfrm>
              <a:custGeom>
                <a:avLst/>
                <a:gdLst>
                  <a:gd name="T0" fmla="*/ 0 w 510"/>
                  <a:gd name="T1" fmla="*/ 0 h 494"/>
                  <a:gd name="T2" fmla="*/ 0 w 510"/>
                  <a:gd name="T3" fmla="*/ 0 h 494"/>
                  <a:gd name="T4" fmla="*/ 0 w 510"/>
                  <a:gd name="T5" fmla="*/ 0 h 494"/>
                  <a:gd name="T6" fmla="*/ 0 w 510"/>
                  <a:gd name="T7" fmla="*/ 0 h 494"/>
                  <a:gd name="T8" fmla="*/ 0 w 510"/>
                  <a:gd name="T9" fmla="*/ 0 h 494"/>
                  <a:gd name="T10" fmla="*/ 0 w 510"/>
                  <a:gd name="T11" fmla="*/ 0 h 494"/>
                  <a:gd name="T12" fmla="*/ 0 w 510"/>
                  <a:gd name="T13" fmla="*/ 0 h 494"/>
                  <a:gd name="T14" fmla="*/ 0 w 510"/>
                  <a:gd name="T15" fmla="*/ 0 h 494"/>
                  <a:gd name="T16" fmla="*/ 0 w 510"/>
                  <a:gd name="T17" fmla="*/ 0 h 494"/>
                  <a:gd name="T18" fmla="*/ 0 w 510"/>
                  <a:gd name="T19" fmla="*/ 0 h 494"/>
                  <a:gd name="T20" fmla="*/ 0 w 510"/>
                  <a:gd name="T21" fmla="*/ 0 h 4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0"/>
                  <a:gd name="T34" fmla="*/ 0 h 494"/>
                  <a:gd name="T35" fmla="*/ 510 w 510"/>
                  <a:gd name="T36" fmla="*/ 494 h 4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0" h="494">
                    <a:moveTo>
                      <a:pt x="0" y="274"/>
                    </a:moveTo>
                    <a:lnTo>
                      <a:pt x="6" y="364"/>
                    </a:lnTo>
                    <a:lnTo>
                      <a:pt x="188" y="494"/>
                    </a:lnTo>
                    <a:lnTo>
                      <a:pt x="284" y="494"/>
                    </a:lnTo>
                    <a:lnTo>
                      <a:pt x="510" y="203"/>
                    </a:lnTo>
                    <a:lnTo>
                      <a:pt x="510" y="0"/>
                    </a:lnTo>
                    <a:lnTo>
                      <a:pt x="188" y="9"/>
                    </a:lnTo>
                    <a:lnTo>
                      <a:pt x="155" y="96"/>
                    </a:lnTo>
                    <a:lnTo>
                      <a:pt x="177" y="170"/>
                    </a:lnTo>
                    <a:lnTo>
                      <a:pt x="80" y="155"/>
                    </a:lnTo>
                    <a:lnTo>
                      <a:pt x="0" y="27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5" name="Freeform 116"/>
              <p:cNvSpPr>
                <a:spLocks noChangeAspect="1"/>
              </p:cNvSpPr>
              <p:nvPr/>
            </p:nvSpPr>
            <p:spPr bwMode="auto">
              <a:xfrm>
                <a:off x="3534" y="1506"/>
                <a:ext cx="73" cy="44"/>
              </a:xfrm>
              <a:custGeom>
                <a:avLst/>
                <a:gdLst>
                  <a:gd name="T0" fmla="*/ 0 w 361"/>
                  <a:gd name="T1" fmla="*/ 0 h 219"/>
                  <a:gd name="T2" fmla="*/ 0 w 361"/>
                  <a:gd name="T3" fmla="*/ 0 h 219"/>
                  <a:gd name="T4" fmla="*/ 0 w 361"/>
                  <a:gd name="T5" fmla="*/ 0 h 219"/>
                  <a:gd name="T6" fmla="*/ 0 w 361"/>
                  <a:gd name="T7" fmla="*/ 0 h 219"/>
                  <a:gd name="T8" fmla="*/ 0 w 361"/>
                  <a:gd name="T9" fmla="*/ 0 h 219"/>
                  <a:gd name="T10" fmla="*/ 0 w 361"/>
                  <a:gd name="T11" fmla="*/ 0 h 219"/>
                  <a:gd name="T12" fmla="*/ 0 w 361"/>
                  <a:gd name="T13" fmla="*/ 0 h 219"/>
                  <a:gd name="T14" fmla="*/ 0 60000 65536"/>
                  <a:gd name="T15" fmla="*/ 0 60000 65536"/>
                  <a:gd name="T16" fmla="*/ 0 60000 65536"/>
                  <a:gd name="T17" fmla="*/ 0 60000 65536"/>
                  <a:gd name="T18" fmla="*/ 0 60000 65536"/>
                  <a:gd name="T19" fmla="*/ 0 60000 65536"/>
                  <a:gd name="T20" fmla="*/ 0 60000 65536"/>
                  <a:gd name="T21" fmla="*/ 0 w 361"/>
                  <a:gd name="T22" fmla="*/ 0 h 219"/>
                  <a:gd name="T23" fmla="*/ 361 w 361"/>
                  <a:gd name="T24" fmla="*/ 219 h 2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219">
                    <a:moveTo>
                      <a:pt x="0" y="112"/>
                    </a:moveTo>
                    <a:lnTo>
                      <a:pt x="129" y="97"/>
                    </a:lnTo>
                    <a:lnTo>
                      <a:pt x="265" y="0"/>
                    </a:lnTo>
                    <a:lnTo>
                      <a:pt x="361" y="58"/>
                    </a:lnTo>
                    <a:lnTo>
                      <a:pt x="183" y="219"/>
                    </a:lnTo>
                    <a:lnTo>
                      <a:pt x="55" y="219"/>
                    </a:lnTo>
                    <a:lnTo>
                      <a:pt x="0" y="112"/>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grpSp>
          <p:nvGrpSpPr>
            <p:cNvPr id="270" name="Group 117"/>
            <p:cNvGrpSpPr>
              <a:grpSpLocks noChangeAspect="1"/>
            </p:cNvGrpSpPr>
            <p:nvPr/>
          </p:nvGrpSpPr>
          <p:grpSpPr bwMode="auto">
            <a:xfrm>
              <a:off x="5399088" y="1773238"/>
              <a:ext cx="322262" cy="344487"/>
              <a:chOff x="2825" y="1492"/>
              <a:chExt cx="162" cy="197"/>
            </a:xfrm>
          </p:grpSpPr>
          <p:sp>
            <p:nvSpPr>
              <p:cNvPr id="319" name="Freeform 118"/>
              <p:cNvSpPr>
                <a:spLocks noChangeAspect="1"/>
              </p:cNvSpPr>
              <p:nvPr/>
            </p:nvSpPr>
            <p:spPr bwMode="auto">
              <a:xfrm>
                <a:off x="2923" y="1600"/>
                <a:ext cx="64" cy="89"/>
              </a:xfrm>
              <a:custGeom>
                <a:avLst/>
                <a:gdLst>
                  <a:gd name="T0" fmla="*/ 0 w 324"/>
                  <a:gd name="T1" fmla="*/ 0 h 445"/>
                  <a:gd name="T2" fmla="*/ 0 w 324"/>
                  <a:gd name="T3" fmla="*/ 0 h 445"/>
                  <a:gd name="T4" fmla="*/ 0 w 324"/>
                  <a:gd name="T5" fmla="*/ 0 h 445"/>
                  <a:gd name="T6" fmla="*/ 0 w 324"/>
                  <a:gd name="T7" fmla="*/ 0 h 445"/>
                  <a:gd name="T8" fmla="*/ 0 w 324"/>
                  <a:gd name="T9" fmla="*/ 0 h 445"/>
                  <a:gd name="T10" fmla="*/ 0 w 324"/>
                  <a:gd name="T11" fmla="*/ 0 h 445"/>
                  <a:gd name="T12" fmla="*/ 0 w 324"/>
                  <a:gd name="T13" fmla="*/ 0 h 445"/>
                  <a:gd name="T14" fmla="*/ 0 60000 65536"/>
                  <a:gd name="T15" fmla="*/ 0 60000 65536"/>
                  <a:gd name="T16" fmla="*/ 0 60000 65536"/>
                  <a:gd name="T17" fmla="*/ 0 60000 65536"/>
                  <a:gd name="T18" fmla="*/ 0 60000 65536"/>
                  <a:gd name="T19" fmla="*/ 0 60000 65536"/>
                  <a:gd name="T20" fmla="*/ 0 60000 65536"/>
                  <a:gd name="T21" fmla="*/ 0 w 324"/>
                  <a:gd name="T22" fmla="*/ 0 h 445"/>
                  <a:gd name="T23" fmla="*/ 324 w 324"/>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4" h="445">
                    <a:moveTo>
                      <a:pt x="0" y="74"/>
                    </a:moveTo>
                    <a:lnTo>
                      <a:pt x="123" y="0"/>
                    </a:lnTo>
                    <a:lnTo>
                      <a:pt x="129" y="129"/>
                    </a:lnTo>
                    <a:lnTo>
                      <a:pt x="210" y="80"/>
                    </a:lnTo>
                    <a:lnTo>
                      <a:pt x="324" y="235"/>
                    </a:lnTo>
                    <a:lnTo>
                      <a:pt x="0" y="445"/>
                    </a:lnTo>
                    <a:lnTo>
                      <a:pt x="0" y="7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0" name="Freeform 119"/>
              <p:cNvSpPr>
                <a:spLocks noChangeAspect="1"/>
              </p:cNvSpPr>
              <p:nvPr/>
            </p:nvSpPr>
            <p:spPr bwMode="auto">
              <a:xfrm>
                <a:off x="2845" y="1569"/>
                <a:ext cx="60" cy="76"/>
              </a:xfrm>
              <a:custGeom>
                <a:avLst/>
                <a:gdLst>
                  <a:gd name="T0" fmla="*/ 0 w 299"/>
                  <a:gd name="T1" fmla="*/ 0 h 377"/>
                  <a:gd name="T2" fmla="*/ 0 w 299"/>
                  <a:gd name="T3" fmla="*/ 0 h 377"/>
                  <a:gd name="T4" fmla="*/ 0 w 299"/>
                  <a:gd name="T5" fmla="*/ 0 h 377"/>
                  <a:gd name="T6" fmla="*/ 0 w 299"/>
                  <a:gd name="T7" fmla="*/ 0 h 377"/>
                  <a:gd name="T8" fmla="*/ 0 w 299"/>
                  <a:gd name="T9" fmla="*/ 0 h 377"/>
                  <a:gd name="T10" fmla="*/ 0 w 299"/>
                  <a:gd name="T11" fmla="*/ 0 h 377"/>
                  <a:gd name="T12" fmla="*/ 0 w 299"/>
                  <a:gd name="T13" fmla="*/ 0 h 377"/>
                  <a:gd name="T14" fmla="*/ 0 w 299"/>
                  <a:gd name="T15" fmla="*/ 0 h 377"/>
                  <a:gd name="T16" fmla="*/ 0 60000 65536"/>
                  <a:gd name="T17" fmla="*/ 0 60000 65536"/>
                  <a:gd name="T18" fmla="*/ 0 60000 65536"/>
                  <a:gd name="T19" fmla="*/ 0 60000 65536"/>
                  <a:gd name="T20" fmla="*/ 0 60000 65536"/>
                  <a:gd name="T21" fmla="*/ 0 60000 65536"/>
                  <a:gd name="T22" fmla="*/ 0 60000 65536"/>
                  <a:gd name="T23" fmla="*/ 0 60000 65536"/>
                  <a:gd name="T24" fmla="*/ 0 w 299"/>
                  <a:gd name="T25" fmla="*/ 0 h 377"/>
                  <a:gd name="T26" fmla="*/ 299 w 299"/>
                  <a:gd name="T27" fmla="*/ 377 h 3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9" h="377">
                    <a:moveTo>
                      <a:pt x="0" y="200"/>
                    </a:moveTo>
                    <a:lnTo>
                      <a:pt x="32" y="88"/>
                    </a:lnTo>
                    <a:lnTo>
                      <a:pt x="171" y="0"/>
                    </a:lnTo>
                    <a:lnTo>
                      <a:pt x="176" y="97"/>
                    </a:lnTo>
                    <a:lnTo>
                      <a:pt x="284" y="23"/>
                    </a:lnTo>
                    <a:lnTo>
                      <a:pt x="299" y="241"/>
                    </a:lnTo>
                    <a:lnTo>
                      <a:pt x="284" y="377"/>
                    </a:lnTo>
                    <a:lnTo>
                      <a:pt x="0" y="20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21" name="Freeform 120"/>
              <p:cNvSpPr>
                <a:spLocks noChangeAspect="1"/>
              </p:cNvSpPr>
              <p:nvPr/>
            </p:nvSpPr>
            <p:spPr bwMode="auto">
              <a:xfrm>
                <a:off x="2825" y="1492"/>
                <a:ext cx="53" cy="80"/>
              </a:xfrm>
              <a:custGeom>
                <a:avLst/>
                <a:gdLst>
                  <a:gd name="T0" fmla="*/ 0 w 265"/>
                  <a:gd name="T1" fmla="*/ 0 h 403"/>
                  <a:gd name="T2" fmla="*/ 0 w 265"/>
                  <a:gd name="T3" fmla="*/ 0 h 403"/>
                  <a:gd name="T4" fmla="*/ 0 w 265"/>
                  <a:gd name="T5" fmla="*/ 0 h 403"/>
                  <a:gd name="T6" fmla="*/ 0 w 265"/>
                  <a:gd name="T7" fmla="*/ 0 h 403"/>
                  <a:gd name="T8" fmla="*/ 0 w 265"/>
                  <a:gd name="T9" fmla="*/ 0 h 403"/>
                  <a:gd name="T10" fmla="*/ 0 w 265"/>
                  <a:gd name="T11" fmla="*/ 0 h 403"/>
                  <a:gd name="T12" fmla="*/ 0 w 265"/>
                  <a:gd name="T13" fmla="*/ 0 h 403"/>
                  <a:gd name="T14" fmla="*/ 0 60000 65536"/>
                  <a:gd name="T15" fmla="*/ 0 60000 65536"/>
                  <a:gd name="T16" fmla="*/ 0 60000 65536"/>
                  <a:gd name="T17" fmla="*/ 0 60000 65536"/>
                  <a:gd name="T18" fmla="*/ 0 60000 65536"/>
                  <a:gd name="T19" fmla="*/ 0 60000 65536"/>
                  <a:gd name="T20" fmla="*/ 0 60000 65536"/>
                  <a:gd name="T21" fmla="*/ 0 w 265"/>
                  <a:gd name="T22" fmla="*/ 0 h 403"/>
                  <a:gd name="T23" fmla="*/ 265 w 265"/>
                  <a:gd name="T24" fmla="*/ 403 h 4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5" h="403">
                    <a:moveTo>
                      <a:pt x="0" y="344"/>
                    </a:moveTo>
                    <a:lnTo>
                      <a:pt x="87" y="403"/>
                    </a:lnTo>
                    <a:lnTo>
                      <a:pt x="265" y="306"/>
                    </a:lnTo>
                    <a:lnTo>
                      <a:pt x="265" y="119"/>
                    </a:lnTo>
                    <a:lnTo>
                      <a:pt x="161" y="0"/>
                    </a:lnTo>
                    <a:lnTo>
                      <a:pt x="23" y="103"/>
                    </a:lnTo>
                    <a:lnTo>
                      <a:pt x="0" y="344"/>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sp>
          <p:nvSpPr>
            <p:cNvPr id="271" name="Oval 121"/>
            <p:cNvSpPr>
              <a:spLocks noChangeAspect="1" noChangeArrowheads="1"/>
            </p:cNvSpPr>
            <p:nvPr/>
          </p:nvSpPr>
          <p:spPr bwMode="auto">
            <a:xfrm>
              <a:off x="2447925" y="3235325"/>
              <a:ext cx="103188"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2" name="Oval 122"/>
            <p:cNvSpPr>
              <a:spLocks noChangeAspect="1" noChangeArrowheads="1"/>
            </p:cNvSpPr>
            <p:nvPr/>
          </p:nvSpPr>
          <p:spPr bwMode="auto">
            <a:xfrm>
              <a:off x="2489200" y="2708275"/>
              <a:ext cx="103188"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3" name="Oval 123"/>
            <p:cNvSpPr>
              <a:spLocks noChangeAspect="1" noChangeArrowheads="1"/>
            </p:cNvSpPr>
            <p:nvPr/>
          </p:nvSpPr>
          <p:spPr bwMode="auto">
            <a:xfrm>
              <a:off x="8432800" y="4510088"/>
              <a:ext cx="103188"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4" name="Oval 124"/>
            <p:cNvSpPr>
              <a:spLocks noChangeAspect="1" noChangeArrowheads="1"/>
            </p:cNvSpPr>
            <p:nvPr/>
          </p:nvSpPr>
          <p:spPr bwMode="auto">
            <a:xfrm>
              <a:off x="6165850" y="4395788"/>
              <a:ext cx="103188" cy="90487"/>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5" name="Oval 125"/>
            <p:cNvSpPr>
              <a:spLocks noChangeAspect="1" noChangeArrowheads="1"/>
            </p:cNvSpPr>
            <p:nvPr/>
          </p:nvSpPr>
          <p:spPr bwMode="auto">
            <a:xfrm>
              <a:off x="5484813" y="4240213"/>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6" name="Oval 126"/>
            <p:cNvSpPr>
              <a:spLocks noChangeAspect="1" noChangeArrowheads="1"/>
            </p:cNvSpPr>
            <p:nvPr/>
          </p:nvSpPr>
          <p:spPr bwMode="auto">
            <a:xfrm>
              <a:off x="4948238" y="4057650"/>
              <a:ext cx="103187"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7" name="Oval 127"/>
            <p:cNvSpPr>
              <a:spLocks noChangeAspect="1" noChangeArrowheads="1"/>
            </p:cNvSpPr>
            <p:nvPr/>
          </p:nvSpPr>
          <p:spPr bwMode="auto">
            <a:xfrm>
              <a:off x="4672013" y="4167188"/>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79" name="Oval 129"/>
            <p:cNvSpPr>
              <a:spLocks noChangeAspect="1" noChangeArrowheads="1"/>
            </p:cNvSpPr>
            <p:nvPr/>
          </p:nvSpPr>
          <p:spPr bwMode="auto">
            <a:xfrm>
              <a:off x="2732088" y="3265488"/>
              <a:ext cx="103187"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0" name="Oval 130"/>
            <p:cNvSpPr>
              <a:spLocks noChangeAspect="1" noChangeArrowheads="1"/>
            </p:cNvSpPr>
            <p:nvPr/>
          </p:nvSpPr>
          <p:spPr bwMode="auto">
            <a:xfrm>
              <a:off x="2192338" y="2781300"/>
              <a:ext cx="106362"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1" name="Oval 131"/>
            <p:cNvSpPr>
              <a:spLocks noChangeAspect="1" noChangeArrowheads="1"/>
            </p:cNvSpPr>
            <p:nvPr/>
          </p:nvSpPr>
          <p:spPr bwMode="auto">
            <a:xfrm>
              <a:off x="2381250" y="2822575"/>
              <a:ext cx="103188"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2" name="Oval 132"/>
            <p:cNvSpPr>
              <a:spLocks noChangeAspect="1" noChangeArrowheads="1"/>
            </p:cNvSpPr>
            <p:nvPr/>
          </p:nvSpPr>
          <p:spPr bwMode="auto">
            <a:xfrm>
              <a:off x="1665288" y="2608263"/>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3" name="Oval 133"/>
            <p:cNvSpPr>
              <a:spLocks noChangeAspect="1" noChangeArrowheads="1"/>
            </p:cNvSpPr>
            <p:nvPr/>
          </p:nvSpPr>
          <p:spPr bwMode="auto">
            <a:xfrm>
              <a:off x="2598738" y="3829050"/>
              <a:ext cx="103187"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4" name="Oval 134"/>
            <p:cNvSpPr>
              <a:spLocks noChangeAspect="1" noChangeArrowheads="1"/>
            </p:cNvSpPr>
            <p:nvPr/>
          </p:nvSpPr>
          <p:spPr bwMode="auto">
            <a:xfrm>
              <a:off x="1968500" y="3887788"/>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5" name="Oval 135"/>
            <p:cNvSpPr>
              <a:spLocks noChangeAspect="1" noChangeArrowheads="1"/>
            </p:cNvSpPr>
            <p:nvPr/>
          </p:nvSpPr>
          <p:spPr bwMode="auto">
            <a:xfrm>
              <a:off x="2228850" y="3624263"/>
              <a:ext cx="103188" cy="90487"/>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6" name="Oval 136"/>
            <p:cNvSpPr>
              <a:spLocks noChangeAspect="1" noChangeArrowheads="1"/>
            </p:cNvSpPr>
            <p:nvPr/>
          </p:nvSpPr>
          <p:spPr bwMode="auto">
            <a:xfrm>
              <a:off x="2309813" y="3340100"/>
              <a:ext cx="103187"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7" name="Oval 137"/>
            <p:cNvSpPr>
              <a:spLocks noChangeAspect="1" noChangeArrowheads="1"/>
            </p:cNvSpPr>
            <p:nvPr/>
          </p:nvSpPr>
          <p:spPr bwMode="auto">
            <a:xfrm>
              <a:off x="2598738" y="3327400"/>
              <a:ext cx="100012"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8" name="Oval 138"/>
            <p:cNvSpPr>
              <a:spLocks noChangeAspect="1" noChangeArrowheads="1"/>
            </p:cNvSpPr>
            <p:nvPr/>
          </p:nvSpPr>
          <p:spPr bwMode="auto">
            <a:xfrm>
              <a:off x="2651125" y="3165475"/>
              <a:ext cx="101600"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89" name="Oval 139"/>
            <p:cNvSpPr>
              <a:spLocks noChangeAspect="1" noChangeArrowheads="1"/>
            </p:cNvSpPr>
            <p:nvPr/>
          </p:nvSpPr>
          <p:spPr bwMode="auto">
            <a:xfrm>
              <a:off x="2773363" y="3457575"/>
              <a:ext cx="103187"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0" name="Oval 140"/>
            <p:cNvSpPr>
              <a:spLocks noChangeAspect="1" noChangeArrowheads="1"/>
            </p:cNvSpPr>
            <p:nvPr/>
          </p:nvSpPr>
          <p:spPr bwMode="auto">
            <a:xfrm>
              <a:off x="2492375" y="3424238"/>
              <a:ext cx="103188" cy="90487"/>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1" name="Oval 141"/>
            <p:cNvSpPr>
              <a:spLocks noChangeAspect="1" noChangeArrowheads="1"/>
            </p:cNvSpPr>
            <p:nvPr/>
          </p:nvSpPr>
          <p:spPr bwMode="auto">
            <a:xfrm>
              <a:off x="2112963" y="3287713"/>
              <a:ext cx="104775"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2" name="Oval 142"/>
            <p:cNvSpPr>
              <a:spLocks noChangeAspect="1" noChangeArrowheads="1"/>
            </p:cNvSpPr>
            <p:nvPr/>
          </p:nvSpPr>
          <p:spPr bwMode="auto">
            <a:xfrm>
              <a:off x="2162175" y="3116263"/>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3" name="Oval 143"/>
            <p:cNvSpPr>
              <a:spLocks noChangeAspect="1" noChangeArrowheads="1"/>
            </p:cNvSpPr>
            <p:nvPr/>
          </p:nvSpPr>
          <p:spPr bwMode="auto">
            <a:xfrm>
              <a:off x="3255963" y="3644900"/>
              <a:ext cx="103187" cy="90488"/>
            </a:xfrm>
            <a:prstGeom prst="ellipse">
              <a:avLst/>
            </a:prstGeom>
            <a:solidFill>
              <a:srgbClr val="FF6600"/>
            </a:solidFill>
            <a:ln w="9525">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4" name="Oval 144"/>
            <p:cNvSpPr>
              <a:spLocks noChangeAspect="1" noChangeArrowheads="1"/>
            </p:cNvSpPr>
            <p:nvPr/>
          </p:nvSpPr>
          <p:spPr bwMode="auto">
            <a:xfrm>
              <a:off x="4932363" y="4462463"/>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5" name="Oval 145"/>
            <p:cNvSpPr>
              <a:spLocks noChangeAspect="1" noChangeArrowheads="1"/>
            </p:cNvSpPr>
            <p:nvPr/>
          </p:nvSpPr>
          <p:spPr bwMode="auto">
            <a:xfrm>
              <a:off x="6764338" y="4411663"/>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6" name="Oval 146"/>
            <p:cNvSpPr>
              <a:spLocks noChangeAspect="1" noChangeArrowheads="1"/>
            </p:cNvSpPr>
            <p:nvPr/>
          </p:nvSpPr>
          <p:spPr bwMode="auto">
            <a:xfrm>
              <a:off x="5338763" y="4424363"/>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7" name="Oval 147"/>
            <p:cNvSpPr>
              <a:spLocks noChangeAspect="1" noChangeArrowheads="1"/>
            </p:cNvSpPr>
            <p:nvPr/>
          </p:nvSpPr>
          <p:spPr bwMode="auto">
            <a:xfrm>
              <a:off x="5086350" y="4244975"/>
              <a:ext cx="106363"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299" name="Oval 155"/>
            <p:cNvSpPr>
              <a:spLocks noChangeAspect="1" noChangeArrowheads="1"/>
            </p:cNvSpPr>
            <p:nvPr/>
          </p:nvSpPr>
          <p:spPr bwMode="auto">
            <a:xfrm>
              <a:off x="6535738" y="4429125"/>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0" name="Oval 156"/>
            <p:cNvSpPr>
              <a:spLocks noChangeAspect="1" noChangeArrowheads="1"/>
            </p:cNvSpPr>
            <p:nvPr/>
          </p:nvSpPr>
          <p:spPr bwMode="auto">
            <a:xfrm>
              <a:off x="2820988" y="3057525"/>
              <a:ext cx="103187"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2" name="Freeform 170"/>
            <p:cNvSpPr>
              <a:spLocks noChangeAspect="1"/>
            </p:cNvSpPr>
            <p:nvPr/>
          </p:nvSpPr>
          <p:spPr bwMode="auto">
            <a:xfrm>
              <a:off x="7712075" y="2936875"/>
              <a:ext cx="1074738" cy="1530350"/>
            </a:xfrm>
            <a:custGeom>
              <a:avLst/>
              <a:gdLst>
                <a:gd name="T0" fmla="*/ 2147483647 w 2695"/>
                <a:gd name="T1" fmla="*/ 2147483647 h 4363"/>
                <a:gd name="T2" fmla="*/ 2147483647 w 2695"/>
                <a:gd name="T3" fmla="*/ 2147483647 h 4363"/>
                <a:gd name="T4" fmla="*/ 2147483647 w 2695"/>
                <a:gd name="T5" fmla="*/ 2147483647 h 4363"/>
                <a:gd name="T6" fmla="*/ 2147483647 w 2695"/>
                <a:gd name="T7" fmla="*/ 2147483647 h 4363"/>
                <a:gd name="T8" fmla="*/ 2147483647 w 2695"/>
                <a:gd name="T9" fmla="*/ 2147483647 h 4363"/>
                <a:gd name="T10" fmla="*/ 2147483647 w 2695"/>
                <a:gd name="T11" fmla="*/ 2147483647 h 4363"/>
                <a:gd name="T12" fmla="*/ 2147483647 w 2695"/>
                <a:gd name="T13" fmla="*/ 2147483647 h 4363"/>
                <a:gd name="T14" fmla="*/ 2147483647 w 2695"/>
                <a:gd name="T15" fmla="*/ 2147483647 h 4363"/>
                <a:gd name="T16" fmla="*/ 2147483647 w 2695"/>
                <a:gd name="T17" fmla="*/ 2147483647 h 4363"/>
                <a:gd name="T18" fmla="*/ 2147483647 w 2695"/>
                <a:gd name="T19" fmla="*/ 2147483647 h 4363"/>
                <a:gd name="T20" fmla="*/ 2147483647 w 2695"/>
                <a:gd name="T21" fmla="*/ 2147483647 h 4363"/>
                <a:gd name="T22" fmla="*/ 2147483647 w 2695"/>
                <a:gd name="T23" fmla="*/ 2147483647 h 4363"/>
                <a:gd name="T24" fmla="*/ 2147483647 w 2695"/>
                <a:gd name="T25" fmla="*/ 2147483647 h 4363"/>
                <a:gd name="T26" fmla="*/ 2147483647 w 2695"/>
                <a:gd name="T27" fmla="*/ 2147483647 h 4363"/>
                <a:gd name="T28" fmla="*/ 2147483647 w 2695"/>
                <a:gd name="T29" fmla="*/ 2147483647 h 4363"/>
                <a:gd name="T30" fmla="*/ 2147483647 w 2695"/>
                <a:gd name="T31" fmla="*/ 2147483647 h 4363"/>
                <a:gd name="T32" fmla="*/ 2147483647 w 2695"/>
                <a:gd name="T33" fmla="*/ 2147483647 h 4363"/>
                <a:gd name="T34" fmla="*/ 2147483647 w 2695"/>
                <a:gd name="T35" fmla="*/ 2147483647 h 4363"/>
                <a:gd name="T36" fmla="*/ 2147483647 w 2695"/>
                <a:gd name="T37" fmla="*/ 2147483647 h 4363"/>
                <a:gd name="T38" fmla="*/ 2147483647 w 2695"/>
                <a:gd name="T39" fmla="*/ 2147483647 h 4363"/>
                <a:gd name="T40" fmla="*/ 2147483647 w 2695"/>
                <a:gd name="T41" fmla="*/ 2147483647 h 4363"/>
                <a:gd name="T42" fmla="*/ 2147483647 w 2695"/>
                <a:gd name="T43" fmla="*/ 2147483647 h 4363"/>
                <a:gd name="T44" fmla="*/ 2147483647 w 2695"/>
                <a:gd name="T45" fmla="*/ 2147483647 h 4363"/>
                <a:gd name="T46" fmla="*/ 2147483647 w 2695"/>
                <a:gd name="T47" fmla="*/ 2147483647 h 4363"/>
                <a:gd name="T48" fmla="*/ 2147483647 w 2695"/>
                <a:gd name="T49" fmla="*/ 0 h 4363"/>
                <a:gd name="T50" fmla="*/ 2147483647 w 2695"/>
                <a:gd name="T51" fmla="*/ 2147483647 h 4363"/>
                <a:gd name="T52" fmla="*/ 2147483647 w 2695"/>
                <a:gd name="T53" fmla="*/ 2147483647 h 4363"/>
                <a:gd name="T54" fmla="*/ 2147483647 w 2695"/>
                <a:gd name="T55" fmla="*/ 2147483647 h 4363"/>
                <a:gd name="T56" fmla="*/ 2147483647 w 2695"/>
                <a:gd name="T57" fmla="*/ 2147483647 h 4363"/>
                <a:gd name="T58" fmla="*/ 2147483647 w 2695"/>
                <a:gd name="T59" fmla="*/ 2147483647 h 4363"/>
                <a:gd name="T60" fmla="*/ 2147483647 w 2695"/>
                <a:gd name="T61" fmla="*/ 2147483647 h 4363"/>
                <a:gd name="T62" fmla="*/ 2147483647 w 2695"/>
                <a:gd name="T63" fmla="*/ 2147483647 h 4363"/>
                <a:gd name="T64" fmla="*/ 2147483647 w 2695"/>
                <a:gd name="T65" fmla="*/ 2147483647 h 4363"/>
                <a:gd name="T66" fmla="*/ 2147483647 w 2695"/>
                <a:gd name="T67" fmla="*/ 2147483647 h 4363"/>
                <a:gd name="T68" fmla="*/ 2147483647 w 2695"/>
                <a:gd name="T69" fmla="*/ 2147483647 h 4363"/>
                <a:gd name="T70" fmla="*/ 2147483647 w 2695"/>
                <a:gd name="T71" fmla="*/ 2147483647 h 4363"/>
                <a:gd name="T72" fmla="*/ 2147483647 w 2695"/>
                <a:gd name="T73" fmla="*/ 2147483647 h 4363"/>
                <a:gd name="T74" fmla="*/ 2147483647 w 2695"/>
                <a:gd name="T75" fmla="*/ 2147483647 h 4363"/>
                <a:gd name="T76" fmla="*/ 2147483647 w 2695"/>
                <a:gd name="T77" fmla="*/ 2147483647 h 4363"/>
                <a:gd name="T78" fmla="*/ 2147483647 w 2695"/>
                <a:gd name="T79" fmla="*/ 2147483647 h 4363"/>
                <a:gd name="T80" fmla="*/ 2147483647 w 2695"/>
                <a:gd name="T81" fmla="*/ 2147483647 h 4363"/>
                <a:gd name="T82" fmla="*/ 2147483647 w 2695"/>
                <a:gd name="T83" fmla="*/ 2147483647 h 4363"/>
                <a:gd name="T84" fmla="*/ 2147483647 w 2695"/>
                <a:gd name="T85" fmla="*/ 2147483647 h 4363"/>
                <a:gd name="T86" fmla="*/ 2147483647 w 2695"/>
                <a:gd name="T87" fmla="*/ 2147483647 h 4363"/>
                <a:gd name="T88" fmla="*/ 2147483647 w 2695"/>
                <a:gd name="T89" fmla="*/ 2147483647 h 4363"/>
                <a:gd name="T90" fmla="*/ 2147483647 w 2695"/>
                <a:gd name="T91" fmla="*/ 2147483647 h 436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695"/>
                <a:gd name="T139" fmla="*/ 0 h 4363"/>
                <a:gd name="T140" fmla="*/ 2695 w 2695"/>
                <a:gd name="T141" fmla="*/ 4363 h 436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695" h="4363">
                  <a:moveTo>
                    <a:pt x="1959" y="3983"/>
                  </a:moveTo>
                  <a:lnTo>
                    <a:pt x="1904" y="3905"/>
                  </a:lnTo>
                  <a:lnTo>
                    <a:pt x="1711" y="4066"/>
                  </a:lnTo>
                  <a:lnTo>
                    <a:pt x="1694" y="4195"/>
                  </a:lnTo>
                  <a:lnTo>
                    <a:pt x="1469" y="4363"/>
                  </a:lnTo>
                  <a:lnTo>
                    <a:pt x="1213" y="4166"/>
                  </a:lnTo>
                  <a:lnTo>
                    <a:pt x="1272" y="4011"/>
                  </a:lnTo>
                  <a:lnTo>
                    <a:pt x="1181" y="3786"/>
                  </a:lnTo>
                  <a:lnTo>
                    <a:pt x="988" y="3763"/>
                  </a:lnTo>
                  <a:lnTo>
                    <a:pt x="988" y="3536"/>
                  </a:lnTo>
                  <a:lnTo>
                    <a:pt x="946" y="3489"/>
                  </a:lnTo>
                  <a:lnTo>
                    <a:pt x="1062" y="3398"/>
                  </a:lnTo>
                  <a:lnTo>
                    <a:pt x="1062" y="3262"/>
                  </a:lnTo>
                  <a:lnTo>
                    <a:pt x="1149" y="3205"/>
                  </a:lnTo>
                  <a:lnTo>
                    <a:pt x="1085" y="3091"/>
                  </a:lnTo>
                  <a:lnTo>
                    <a:pt x="1236" y="3053"/>
                  </a:lnTo>
                  <a:lnTo>
                    <a:pt x="1223" y="2891"/>
                  </a:lnTo>
                  <a:lnTo>
                    <a:pt x="1101" y="2753"/>
                  </a:lnTo>
                  <a:lnTo>
                    <a:pt x="1094" y="2866"/>
                  </a:lnTo>
                  <a:lnTo>
                    <a:pt x="946" y="2866"/>
                  </a:lnTo>
                  <a:lnTo>
                    <a:pt x="901" y="3037"/>
                  </a:lnTo>
                  <a:lnTo>
                    <a:pt x="772" y="3133"/>
                  </a:lnTo>
                  <a:lnTo>
                    <a:pt x="617" y="3027"/>
                  </a:lnTo>
                  <a:lnTo>
                    <a:pt x="520" y="3085"/>
                  </a:lnTo>
                  <a:lnTo>
                    <a:pt x="462" y="2972"/>
                  </a:lnTo>
                  <a:lnTo>
                    <a:pt x="513" y="2908"/>
                  </a:lnTo>
                  <a:lnTo>
                    <a:pt x="494" y="2811"/>
                  </a:lnTo>
                  <a:lnTo>
                    <a:pt x="591" y="2591"/>
                  </a:lnTo>
                  <a:lnTo>
                    <a:pt x="462" y="2543"/>
                  </a:lnTo>
                  <a:lnTo>
                    <a:pt x="297" y="2630"/>
                  </a:lnTo>
                  <a:lnTo>
                    <a:pt x="227" y="2485"/>
                  </a:lnTo>
                  <a:lnTo>
                    <a:pt x="259" y="2308"/>
                  </a:lnTo>
                  <a:lnTo>
                    <a:pt x="146" y="2308"/>
                  </a:lnTo>
                  <a:lnTo>
                    <a:pt x="146" y="2130"/>
                  </a:lnTo>
                  <a:lnTo>
                    <a:pt x="32" y="2050"/>
                  </a:lnTo>
                  <a:lnTo>
                    <a:pt x="81" y="1936"/>
                  </a:lnTo>
                  <a:lnTo>
                    <a:pt x="0" y="1647"/>
                  </a:lnTo>
                  <a:lnTo>
                    <a:pt x="275" y="1533"/>
                  </a:lnTo>
                  <a:lnTo>
                    <a:pt x="259" y="1388"/>
                  </a:lnTo>
                  <a:lnTo>
                    <a:pt x="371" y="1388"/>
                  </a:lnTo>
                  <a:lnTo>
                    <a:pt x="485" y="1162"/>
                  </a:lnTo>
                  <a:lnTo>
                    <a:pt x="307" y="839"/>
                  </a:lnTo>
                  <a:lnTo>
                    <a:pt x="356" y="613"/>
                  </a:lnTo>
                  <a:lnTo>
                    <a:pt x="242" y="501"/>
                  </a:lnTo>
                  <a:lnTo>
                    <a:pt x="259" y="339"/>
                  </a:lnTo>
                  <a:lnTo>
                    <a:pt x="420" y="388"/>
                  </a:lnTo>
                  <a:lnTo>
                    <a:pt x="549" y="291"/>
                  </a:lnTo>
                  <a:lnTo>
                    <a:pt x="727" y="242"/>
                  </a:lnTo>
                  <a:lnTo>
                    <a:pt x="704" y="132"/>
                  </a:lnTo>
                  <a:lnTo>
                    <a:pt x="856" y="0"/>
                  </a:lnTo>
                  <a:lnTo>
                    <a:pt x="1065" y="130"/>
                  </a:lnTo>
                  <a:lnTo>
                    <a:pt x="1098" y="388"/>
                  </a:lnTo>
                  <a:lnTo>
                    <a:pt x="1211" y="307"/>
                  </a:lnTo>
                  <a:lnTo>
                    <a:pt x="1388" y="323"/>
                  </a:lnTo>
                  <a:lnTo>
                    <a:pt x="1404" y="433"/>
                  </a:lnTo>
                  <a:lnTo>
                    <a:pt x="1372" y="468"/>
                  </a:lnTo>
                  <a:lnTo>
                    <a:pt x="1355" y="566"/>
                  </a:lnTo>
                  <a:lnTo>
                    <a:pt x="1275" y="566"/>
                  </a:lnTo>
                  <a:lnTo>
                    <a:pt x="1017" y="888"/>
                  </a:lnTo>
                  <a:lnTo>
                    <a:pt x="1017" y="1275"/>
                  </a:lnTo>
                  <a:lnTo>
                    <a:pt x="1081" y="1420"/>
                  </a:lnTo>
                  <a:lnTo>
                    <a:pt x="1017" y="2018"/>
                  </a:lnTo>
                  <a:lnTo>
                    <a:pt x="904" y="2421"/>
                  </a:lnTo>
                  <a:lnTo>
                    <a:pt x="1113" y="2421"/>
                  </a:lnTo>
                  <a:lnTo>
                    <a:pt x="1211" y="2340"/>
                  </a:lnTo>
                  <a:lnTo>
                    <a:pt x="1259" y="2518"/>
                  </a:lnTo>
                  <a:lnTo>
                    <a:pt x="1372" y="2485"/>
                  </a:lnTo>
                  <a:lnTo>
                    <a:pt x="1308" y="2356"/>
                  </a:lnTo>
                  <a:lnTo>
                    <a:pt x="1501" y="2436"/>
                  </a:lnTo>
                  <a:lnTo>
                    <a:pt x="1501" y="2291"/>
                  </a:lnTo>
                  <a:lnTo>
                    <a:pt x="1436" y="2211"/>
                  </a:lnTo>
                  <a:lnTo>
                    <a:pt x="1630" y="2082"/>
                  </a:lnTo>
                  <a:lnTo>
                    <a:pt x="1968" y="2194"/>
                  </a:lnTo>
                  <a:lnTo>
                    <a:pt x="2211" y="2485"/>
                  </a:lnTo>
                  <a:lnTo>
                    <a:pt x="2194" y="2614"/>
                  </a:lnTo>
                  <a:lnTo>
                    <a:pt x="2565" y="3131"/>
                  </a:lnTo>
                  <a:lnTo>
                    <a:pt x="2695" y="3307"/>
                  </a:lnTo>
                  <a:lnTo>
                    <a:pt x="2663" y="3624"/>
                  </a:lnTo>
                  <a:lnTo>
                    <a:pt x="2565" y="3614"/>
                  </a:lnTo>
                  <a:lnTo>
                    <a:pt x="2459" y="3485"/>
                  </a:lnTo>
                  <a:lnTo>
                    <a:pt x="2339" y="3576"/>
                  </a:lnTo>
                  <a:lnTo>
                    <a:pt x="2404" y="3656"/>
                  </a:lnTo>
                  <a:lnTo>
                    <a:pt x="2517" y="3695"/>
                  </a:lnTo>
                  <a:lnTo>
                    <a:pt x="2523" y="3775"/>
                  </a:lnTo>
                  <a:lnTo>
                    <a:pt x="2426" y="3856"/>
                  </a:lnTo>
                  <a:lnTo>
                    <a:pt x="2459" y="3985"/>
                  </a:lnTo>
                  <a:lnTo>
                    <a:pt x="2249" y="4108"/>
                  </a:lnTo>
                  <a:lnTo>
                    <a:pt x="2120" y="4125"/>
                  </a:lnTo>
                  <a:lnTo>
                    <a:pt x="2137" y="4276"/>
                  </a:lnTo>
                  <a:lnTo>
                    <a:pt x="2042" y="4279"/>
                  </a:lnTo>
                  <a:lnTo>
                    <a:pt x="1968" y="4131"/>
                  </a:lnTo>
                  <a:lnTo>
                    <a:pt x="2017" y="4066"/>
                  </a:lnTo>
                  <a:lnTo>
                    <a:pt x="1959" y="3983"/>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303" name="Oval 171"/>
            <p:cNvSpPr>
              <a:spLocks noChangeAspect="1" noChangeArrowheads="1"/>
            </p:cNvSpPr>
            <p:nvPr/>
          </p:nvSpPr>
          <p:spPr bwMode="auto">
            <a:xfrm>
              <a:off x="8229600" y="3943350"/>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4" name="Oval 172"/>
            <p:cNvSpPr>
              <a:spLocks noChangeAspect="1" noChangeArrowheads="1"/>
            </p:cNvSpPr>
            <p:nvPr/>
          </p:nvSpPr>
          <p:spPr bwMode="auto">
            <a:xfrm>
              <a:off x="3978275" y="3913188"/>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5" name="Oval 173"/>
            <p:cNvSpPr>
              <a:spLocks noChangeAspect="1" noChangeArrowheads="1"/>
            </p:cNvSpPr>
            <p:nvPr/>
          </p:nvSpPr>
          <p:spPr bwMode="auto">
            <a:xfrm>
              <a:off x="3681413" y="3797300"/>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6" name="Oval 174"/>
            <p:cNvSpPr>
              <a:spLocks noChangeAspect="1" noChangeArrowheads="1"/>
            </p:cNvSpPr>
            <p:nvPr/>
          </p:nvSpPr>
          <p:spPr bwMode="auto">
            <a:xfrm>
              <a:off x="3611563" y="3957638"/>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7" name="Oval 175"/>
            <p:cNvSpPr>
              <a:spLocks noChangeAspect="1" noChangeArrowheads="1"/>
            </p:cNvSpPr>
            <p:nvPr/>
          </p:nvSpPr>
          <p:spPr bwMode="auto">
            <a:xfrm>
              <a:off x="3276600" y="3860800"/>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8" name="Oval 176"/>
            <p:cNvSpPr>
              <a:spLocks noChangeAspect="1" noChangeArrowheads="1"/>
            </p:cNvSpPr>
            <p:nvPr/>
          </p:nvSpPr>
          <p:spPr bwMode="auto">
            <a:xfrm>
              <a:off x="3467100" y="3630613"/>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09" name="Oval 177"/>
            <p:cNvSpPr>
              <a:spLocks noChangeAspect="1" noChangeArrowheads="1"/>
            </p:cNvSpPr>
            <p:nvPr/>
          </p:nvSpPr>
          <p:spPr bwMode="auto">
            <a:xfrm>
              <a:off x="3178175" y="3446463"/>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0" name="Oval 178"/>
            <p:cNvSpPr>
              <a:spLocks noChangeAspect="1" noChangeArrowheads="1"/>
            </p:cNvSpPr>
            <p:nvPr/>
          </p:nvSpPr>
          <p:spPr bwMode="auto">
            <a:xfrm>
              <a:off x="2076450" y="3575050"/>
              <a:ext cx="103188"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1" name="Oval 179"/>
            <p:cNvSpPr>
              <a:spLocks noChangeAspect="1" noChangeArrowheads="1"/>
            </p:cNvSpPr>
            <p:nvPr/>
          </p:nvSpPr>
          <p:spPr bwMode="auto">
            <a:xfrm>
              <a:off x="1787525" y="3979863"/>
              <a:ext cx="103188"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2" name="Oval 180"/>
            <p:cNvSpPr>
              <a:spLocks noChangeAspect="1" noChangeArrowheads="1"/>
            </p:cNvSpPr>
            <p:nvPr/>
          </p:nvSpPr>
          <p:spPr bwMode="auto">
            <a:xfrm>
              <a:off x="2319338" y="3905250"/>
              <a:ext cx="103187"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3" name="Oval 181"/>
            <p:cNvSpPr>
              <a:spLocks noChangeAspect="1" noChangeArrowheads="1"/>
            </p:cNvSpPr>
            <p:nvPr/>
          </p:nvSpPr>
          <p:spPr bwMode="auto">
            <a:xfrm>
              <a:off x="2922588" y="3865563"/>
              <a:ext cx="103187" cy="92075"/>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4" name="Oval 182"/>
            <p:cNvSpPr>
              <a:spLocks noChangeAspect="1" noChangeArrowheads="1"/>
            </p:cNvSpPr>
            <p:nvPr/>
          </p:nvSpPr>
          <p:spPr bwMode="auto">
            <a:xfrm>
              <a:off x="2435225" y="3594100"/>
              <a:ext cx="103188" cy="90488"/>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5" name="Oval 183"/>
            <p:cNvSpPr>
              <a:spLocks noChangeAspect="1" noChangeArrowheads="1"/>
            </p:cNvSpPr>
            <p:nvPr/>
          </p:nvSpPr>
          <p:spPr bwMode="auto">
            <a:xfrm>
              <a:off x="7651750" y="4029075"/>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6" name="Oval 185"/>
            <p:cNvSpPr>
              <a:spLocks noChangeAspect="1" noChangeArrowheads="1"/>
            </p:cNvSpPr>
            <p:nvPr/>
          </p:nvSpPr>
          <p:spPr bwMode="auto">
            <a:xfrm>
              <a:off x="3089275" y="4092575"/>
              <a:ext cx="103188" cy="88900"/>
            </a:xfrm>
            <a:prstGeom prst="ellipse">
              <a:avLst/>
            </a:prstGeom>
            <a:solidFill>
              <a:srgbClr val="FF6600"/>
            </a:solidFill>
            <a:ln w="9525" algn="ctr">
              <a:solidFill>
                <a:srgbClr val="FF9900"/>
              </a:solidFill>
              <a:round/>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GB" altLang="ru-RU" sz="2400">
                <a:latin typeface="Tahoma" panose="020B0604030504040204" pitchFamily="34" charset="0"/>
                <a:ea typeface="Tahoma" panose="020B0604030504040204" pitchFamily="34" charset="0"/>
                <a:cs typeface="Tahoma" panose="020B0604030504040204" pitchFamily="34" charset="0"/>
              </a:endParaRPr>
            </a:p>
          </p:txBody>
        </p:sp>
        <p:sp>
          <p:nvSpPr>
            <p:cNvPr id="317" name="Freeform 75"/>
            <p:cNvSpPr>
              <a:spLocks noChangeAspect="1"/>
            </p:cNvSpPr>
            <p:nvPr/>
          </p:nvSpPr>
          <p:spPr bwMode="auto">
            <a:xfrm>
              <a:off x="8215313" y="2057400"/>
              <a:ext cx="676275" cy="1073150"/>
            </a:xfrm>
            <a:custGeom>
              <a:avLst/>
              <a:gdLst>
                <a:gd name="T0" fmla="*/ 2147483647 w 1696"/>
                <a:gd name="T1" fmla="*/ 2147483647 h 3060"/>
                <a:gd name="T2" fmla="*/ 2147483647 w 1696"/>
                <a:gd name="T3" fmla="*/ 2147483647 h 3060"/>
                <a:gd name="T4" fmla="*/ 2147483647 w 1696"/>
                <a:gd name="T5" fmla="*/ 2147483647 h 3060"/>
                <a:gd name="T6" fmla="*/ 2147483647 w 1696"/>
                <a:gd name="T7" fmla="*/ 2147483647 h 3060"/>
                <a:gd name="T8" fmla="*/ 2147483647 w 1696"/>
                <a:gd name="T9" fmla="*/ 2147483647 h 3060"/>
                <a:gd name="T10" fmla="*/ 2147483647 w 1696"/>
                <a:gd name="T11" fmla="*/ 2147483647 h 3060"/>
                <a:gd name="T12" fmla="*/ 2147483647 w 1696"/>
                <a:gd name="T13" fmla="*/ 2147483647 h 3060"/>
                <a:gd name="T14" fmla="*/ 2147483647 w 1696"/>
                <a:gd name="T15" fmla="*/ 2147483647 h 3060"/>
                <a:gd name="T16" fmla="*/ 2147483647 w 1696"/>
                <a:gd name="T17" fmla="*/ 2147483647 h 3060"/>
                <a:gd name="T18" fmla="*/ 2147483647 w 1696"/>
                <a:gd name="T19" fmla="*/ 2147483647 h 3060"/>
                <a:gd name="T20" fmla="*/ 2147483647 w 1696"/>
                <a:gd name="T21" fmla="*/ 2147483647 h 3060"/>
                <a:gd name="T22" fmla="*/ 2147483647 w 1696"/>
                <a:gd name="T23" fmla="*/ 2147483647 h 3060"/>
                <a:gd name="T24" fmla="*/ 2147483647 w 1696"/>
                <a:gd name="T25" fmla="*/ 2147483647 h 3060"/>
                <a:gd name="T26" fmla="*/ 2147483647 w 1696"/>
                <a:gd name="T27" fmla="*/ 2147483647 h 3060"/>
                <a:gd name="T28" fmla="*/ 2147483647 w 1696"/>
                <a:gd name="T29" fmla="*/ 2147483647 h 3060"/>
                <a:gd name="T30" fmla="*/ 2147483647 w 1696"/>
                <a:gd name="T31" fmla="*/ 2147483647 h 3060"/>
                <a:gd name="T32" fmla="*/ 2147483647 w 1696"/>
                <a:gd name="T33" fmla="*/ 2147483647 h 3060"/>
                <a:gd name="T34" fmla="*/ 0 w 1696"/>
                <a:gd name="T35" fmla="*/ 2147483647 h 3060"/>
                <a:gd name="T36" fmla="*/ 2147483647 w 1696"/>
                <a:gd name="T37" fmla="*/ 2147483647 h 3060"/>
                <a:gd name="T38" fmla="*/ 2147483647 w 1696"/>
                <a:gd name="T39" fmla="*/ 2147483647 h 3060"/>
                <a:gd name="T40" fmla="*/ 2147483647 w 1696"/>
                <a:gd name="T41" fmla="*/ 2147483647 h 3060"/>
                <a:gd name="T42" fmla="*/ 2147483647 w 1696"/>
                <a:gd name="T43" fmla="*/ 2147483647 h 3060"/>
                <a:gd name="T44" fmla="*/ 2147483647 w 1696"/>
                <a:gd name="T45" fmla="*/ 2147483647 h 3060"/>
                <a:gd name="T46" fmla="*/ 2147483647 w 1696"/>
                <a:gd name="T47" fmla="*/ 2147483647 h 3060"/>
                <a:gd name="T48" fmla="*/ 2147483647 w 1696"/>
                <a:gd name="T49" fmla="*/ 2147483647 h 3060"/>
                <a:gd name="T50" fmla="*/ 2147483647 w 1696"/>
                <a:gd name="T51" fmla="*/ 2147483647 h 3060"/>
                <a:gd name="T52" fmla="*/ 2147483647 w 1696"/>
                <a:gd name="T53" fmla="*/ 2147483647 h 3060"/>
                <a:gd name="T54" fmla="*/ 2147483647 w 1696"/>
                <a:gd name="T55" fmla="*/ 0 h 3060"/>
                <a:gd name="T56" fmla="*/ 2147483647 w 1696"/>
                <a:gd name="T57" fmla="*/ 2147483647 h 3060"/>
                <a:gd name="T58" fmla="*/ 2147483647 w 1696"/>
                <a:gd name="T59" fmla="*/ 2147483647 h 3060"/>
                <a:gd name="T60" fmla="*/ 2147483647 w 1696"/>
                <a:gd name="T61" fmla="*/ 2147483647 h 3060"/>
                <a:gd name="T62" fmla="*/ 2147483647 w 1696"/>
                <a:gd name="T63" fmla="*/ 2147483647 h 3060"/>
                <a:gd name="T64" fmla="*/ 2147483647 w 1696"/>
                <a:gd name="T65" fmla="*/ 2147483647 h 3060"/>
                <a:gd name="T66" fmla="*/ 2147483647 w 1696"/>
                <a:gd name="T67" fmla="*/ 2147483647 h 3060"/>
                <a:gd name="T68" fmla="*/ 2147483647 w 1696"/>
                <a:gd name="T69" fmla="*/ 2147483647 h 3060"/>
                <a:gd name="T70" fmla="*/ 2147483647 w 1696"/>
                <a:gd name="T71" fmla="*/ 2147483647 h 3060"/>
                <a:gd name="T72" fmla="*/ 2147483647 w 1696"/>
                <a:gd name="T73" fmla="*/ 2147483647 h 3060"/>
                <a:gd name="T74" fmla="*/ 2147483647 w 1696"/>
                <a:gd name="T75" fmla="*/ 2147483647 h 3060"/>
                <a:gd name="T76" fmla="*/ 2147483647 w 1696"/>
                <a:gd name="T77" fmla="*/ 2147483647 h 3060"/>
                <a:gd name="T78" fmla="*/ 2147483647 w 1696"/>
                <a:gd name="T79" fmla="*/ 2147483647 h 3060"/>
                <a:gd name="T80" fmla="*/ 2147483647 w 1696"/>
                <a:gd name="T81" fmla="*/ 2147483647 h 3060"/>
                <a:gd name="T82" fmla="*/ 2147483647 w 1696"/>
                <a:gd name="T83" fmla="*/ 2147483647 h 3060"/>
                <a:gd name="T84" fmla="*/ 2147483647 w 1696"/>
                <a:gd name="T85" fmla="*/ 2147483647 h 3060"/>
                <a:gd name="T86" fmla="*/ 2147483647 w 1696"/>
                <a:gd name="T87" fmla="*/ 2147483647 h 3060"/>
                <a:gd name="T88" fmla="*/ 2147483647 w 1696"/>
                <a:gd name="T89" fmla="*/ 2147483647 h 3060"/>
                <a:gd name="T90" fmla="*/ 2147483647 w 1696"/>
                <a:gd name="T91" fmla="*/ 2147483647 h 3060"/>
                <a:gd name="T92" fmla="*/ 2147483647 w 1696"/>
                <a:gd name="T93" fmla="*/ 2147483647 h 306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696"/>
                <a:gd name="T142" fmla="*/ 0 h 3060"/>
                <a:gd name="T143" fmla="*/ 1696 w 1696"/>
                <a:gd name="T144" fmla="*/ 3060 h 306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696" h="3060">
                  <a:moveTo>
                    <a:pt x="1497" y="3060"/>
                  </a:moveTo>
                  <a:lnTo>
                    <a:pt x="1307" y="2779"/>
                  </a:lnTo>
                  <a:lnTo>
                    <a:pt x="1194" y="2666"/>
                  </a:lnTo>
                  <a:lnTo>
                    <a:pt x="1211" y="2343"/>
                  </a:lnTo>
                  <a:lnTo>
                    <a:pt x="1016" y="1795"/>
                  </a:lnTo>
                  <a:lnTo>
                    <a:pt x="984" y="1407"/>
                  </a:lnTo>
                  <a:lnTo>
                    <a:pt x="694" y="1182"/>
                  </a:lnTo>
                  <a:lnTo>
                    <a:pt x="662" y="1036"/>
                  </a:lnTo>
                  <a:lnTo>
                    <a:pt x="516" y="1085"/>
                  </a:lnTo>
                  <a:lnTo>
                    <a:pt x="533" y="1246"/>
                  </a:lnTo>
                  <a:lnTo>
                    <a:pt x="549" y="1262"/>
                  </a:lnTo>
                  <a:lnTo>
                    <a:pt x="435" y="1272"/>
                  </a:lnTo>
                  <a:lnTo>
                    <a:pt x="339" y="1191"/>
                  </a:lnTo>
                  <a:lnTo>
                    <a:pt x="249" y="1085"/>
                  </a:lnTo>
                  <a:lnTo>
                    <a:pt x="168" y="1068"/>
                  </a:lnTo>
                  <a:lnTo>
                    <a:pt x="151" y="988"/>
                  </a:lnTo>
                  <a:lnTo>
                    <a:pt x="49" y="959"/>
                  </a:lnTo>
                  <a:lnTo>
                    <a:pt x="0" y="858"/>
                  </a:lnTo>
                  <a:lnTo>
                    <a:pt x="104" y="794"/>
                  </a:lnTo>
                  <a:lnTo>
                    <a:pt x="151" y="691"/>
                  </a:lnTo>
                  <a:lnTo>
                    <a:pt x="378" y="519"/>
                  </a:lnTo>
                  <a:lnTo>
                    <a:pt x="475" y="440"/>
                  </a:lnTo>
                  <a:lnTo>
                    <a:pt x="652" y="400"/>
                  </a:lnTo>
                  <a:lnTo>
                    <a:pt x="717" y="585"/>
                  </a:lnTo>
                  <a:lnTo>
                    <a:pt x="855" y="498"/>
                  </a:lnTo>
                  <a:lnTo>
                    <a:pt x="1007" y="481"/>
                  </a:lnTo>
                  <a:lnTo>
                    <a:pt x="1135" y="78"/>
                  </a:lnTo>
                  <a:lnTo>
                    <a:pt x="1294" y="0"/>
                  </a:lnTo>
                  <a:lnTo>
                    <a:pt x="1500" y="601"/>
                  </a:lnTo>
                  <a:lnTo>
                    <a:pt x="1582" y="729"/>
                  </a:lnTo>
                  <a:lnTo>
                    <a:pt x="1339" y="811"/>
                  </a:lnTo>
                  <a:lnTo>
                    <a:pt x="1275" y="1053"/>
                  </a:lnTo>
                  <a:lnTo>
                    <a:pt x="1339" y="1197"/>
                  </a:lnTo>
                  <a:lnTo>
                    <a:pt x="1226" y="1229"/>
                  </a:lnTo>
                  <a:lnTo>
                    <a:pt x="1323" y="1392"/>
                  </a:lnTo>
                  <a:lnTo>
                    <a:pt x="1211" y="1504"/>
                  </a:lnTo>
                  <a:lnTo>
                    <a:pt x="1533" y="1956"/>
                  </a:lnTo>
                  <a:lnTo>
                    <a:pt x="1646" y="1843"/>
                  </a:lnTo>
                  <a:lnTo>
                    <a:pt x="1696" y="1914"/>
                  </a:lnTo>
                  <a:lnTo>
                    <a:pt x="1465" y="2213"/>
                  </a:lnTo>
                  <a:lnTo>
                    <a:pt x="1580" y="2461"/>
                  </a:lnTo>
                  <a:lnTo>
                    <a:pt x="1531" y="2560"/>
                  </a:lnTo>
                  <a:lnTo>
                    <a:pt x="1416" y="2593"/>
                  </a:lnTo>
                  <a:lnTo>
                    <a:pt x="1431" y="2741"/>
                  </a:lnTo>
                  <a:lnTo>
                    <a:pt x="1614" y="2741"/>
                  </a:lnTo>
                  <a:lnTo>
                    <a:pt x="1630" y="2890"/>
                  </a:lnTo>
                  <a:lnTo>
                    <a:pt x="1497" y="3060"/>
                  </a:lnTo>
                  <a:close/>
                </a:path>
              </a:pathLst>
            </a:custGeom>
            <a:solidFill>
              <a:schemeClr val="accent2"/>
            </a:solidFill>
            <a:ln w="0">
              <a:solidFill>
                <a:srgbClr val="CCECFF"/>
              </a:solidFill>
              <a:round/>
              <a:headEnd/>
              <a:tailEnd/>
            </a:ln>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grpSp>
      <p:pic>
        <p:nvPicPr>
          <p:cNvPr id="168" name="Рисунок 167">
            <a:extLst>
              <a:ext uri="{FF2B5EF4-FFF2-40B4-BE49-F238E27FC236}">
                <a16:creationId xmlns:a16="http://schemas.microsoft.com/office/drawing/2014/main" id="{E6AB9C0A-8024-4ECF-9B87-AFF7E6A6BD49}"/>
              </a:ext>
            </a:extLst>
          </p:cNvPr>
          <p:cNvPicPr>
            <a:picLocks noChangeAspect="1"/>
          </p:cNvPicPr>
          <p:nvPr/>
        </p:nvPicPr>
        <p:blipFill>
          <a:blip r:embed="rId4"/>
          <a:stretch>
            <a:fillRect/>
          </a:stretch>
        </p:blipFill>
        <p:spPr>
          <a:xfrm>
            <a:off x="7041232" y="216915"/>
            <a:ext cx="2526044" cy="586933"/>
          </a:xfrm>
          <a:prstGeom prst="rect">
            <a:avLst/>
          </a:prstGeom>
        </p:spPr>
      </p:pic>
      <p:pic>
        <p:nvPicPr>
          <p:cNvPr id="169" name="Рисунок 168">
            <a:extLst>
              <a:ext uri="{FF2B5EF4-FFF2-40B4-BE49-F238E27FC236}">
                <a16:creationId xmlns:a16="http://schemas.microsoft.com/office/drawing/2014/main" id="{2934E4C3-7A26-4804-9E31-93B4F8DE82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Products and services</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19373" y="1387515"/>
            <a:ext cx="5093668" cy="4268797"/>
          </a:xfrm>
          <a:prstGeom prst="rect">
            <a:avLst/>
          </a:prstGeom>
        </p:spPr>
        <p:txBody>
          <a:bodyPr wrap="square">
            <a:spAutoFit/>
          </a:bodyPr>
          <a:lstStyle/>
          <a:p>
            <a:pPr>
              <a:defRPr/>
            </a:pPr>
            <a:r>
              <a:rPr lang="en-US" sz="1600" b="1" dirty="0">
                <a:solidFill>
                  <a:srgbClr val="FF7B21"/>
                </a:solidFill>
                <a:latin typeface="Tahoma" panose="020B0604030504040204" pitchFamily="34" charset="0"/>
                <a:ea typeface="Tahoma" panose="020B0604030504040204" pitchFamily="34" charset="0"/>
                <a:cs typeface="Tahoma" panose="020B0604030504040204" pitchFamily="34" charset="0"/>
              </a:rPr>
              <a:t>Provision of services for private individuals:</a:t>
            </a:r>
            <a:endPar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Loans, mortgages, deposits</a:t>
            </a: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Debit and credit cards</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defTabSz="533400">
              <a:lnSpc>
                <a:spcPct val="200000"/>
              </a:lnSpc>
              <a:spcAft>
                <a:spcPts val="0"/>
              </a:spcAft>
              <a:buClr>
                <a:srgbClr val="8E8E8E"/>
              </a:buClr>
            </a:pPr>
            <a:r>
              <a:rPr lang="en-US" sz="1600" b="1" dirty="0">
                <a:solidFill>
                  <a:srgbClr val="FF7B21"/>
                </a:solidFill>
                <a:latin typeface="Tahoma" panose="020B0604030504040204" pitchFamily="34" charset="0"/>
                <a:ea typeface="Tahoma" panose="020B0604030504040204" pitchFamily="34" charset="0"/>
                <a:cs typeface="Tahoma" panose="020B0604030504040204" pitchFamily="34" charset="0"/>
              </a:rPr>
              <a:t>Provision of services for businesses:</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Cash Settlement service (RKO)</a:t>
            </a: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Business cards, loans, acquiring</a:t>
            </a:r>
          </a:p>
          <a:p>
            <a:pPr defTabSz="533400">
              <a:lnSpc>
                <a:spcPct val="200000"/>
              </a:lnSpc>
              <a:spcAft>
                <a:spcPts val="0"/>
              </a:spcAft>
              <a:buClr>
                <a:srgbClr val="8E8E8E"/>
              </a:buClr>
            </a:pPr>
            <a:r>
              <a:rPr lang="en-US" sz="1600" b="1" dirty="0">
                <a:solidFill>
                  <a:srgbClr val="FF7B21"/>
                </a:solidFill>
                <a:latin typeface="Tahoma" panose="020B0604030504040204" pitchFamily="34" charset="0"/>
                <a:ea typeface="Tahoma" panose="020B0604030504040204" pitchFamily="34" charset="0"/>
                <a:cs typeface="Tahoma" panose="020B0604030504040204" pitchFamily="34" charset="0"/>
              </a:rPr>
              <a:t>Providing services for corporations:</a:t>
            </a:r>
            <a:endPar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Large loans, guarantees</a:t>
            </a:r>
          </a:p>
          <a:p>
            <a:pPr defTabSz="533400" eaLnBrk="1" hangingPunct="1">
              <a:lnSpc>
                <a:spcPct val="20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Financing of investments</a:t>
            </a:r>
          </a:p>
          <a:p>
            <a:pPr defTabSz="533400" eaLnBrk="1" hangingPunct="1">
              <a:lnSpc>
                <a:spcPct val="200000"/>
              </a:lnSpc>
              <a:spcAft>
                <a:spcPts val="0"/>
              </a:spcAft>
              <a:buClr>
                <a:srgbClr val="8E8E8E"/>
              </a:buClr>
              <a:buFont typeface="Wingdings" pitchFamily="2" charset="2"/>
              <a:buBlip>
                <a:blip r:embed="rId3"/>
              </a:buBlip>
            </a:pPr>
            <a:endPar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6" name="Рисунок 5">
            <a:extLst>
              <a:ext uri="{FF2B5EF4-FFF2-40B4-BE49-F238E27FC236}">
                <a16:creationId xmlns:a16="http://schemas.microsoft.com/office/drawing/2014/main" id="{8F19ED17-8A24-440E-806E-BAABCA78B85A}"/>
              </a:ext>
            </a:extLst>
          </p:cNvPr>
          <p:cNvPicPr>
            <a:picLocks noChangeAspect="1"/>
          </p:cNvPicPr>
          <p:nvPr/>
        </p:nvPicPr>
        <p:blipFill>
          <a:blip r:embed="rId4"/>
          <a:stretch>
            <a:fillRect/>
          </a:stretch>
        </p:blipFill>
        <p:spPr>
          <a:xfrm>
            <a:off x="7041232" y="216915"/>
            <a:ext cx="2526044" cy="586933"/>
          </a:xfrm>
          <a:prstGeom prst="rect">
            <a:avLst/>
          </a:prstGeom>
        </p:spPr>
      </p:pic>
      <p:pic>
        <p:nvPicPr>
          <p:cNvPr id="7" name="Рисунок 6">
            <a:extLst>
              <a:ext uri="{FF2B5EF4-FFF2-40B4-BE49-F238E27FC236}">
                <a16:creationId xmlns:a16="http://schemas.microsoft.com/office/drawing/2014/main" id="{38DEA6BC-BEA9-43B5-AAEA-55D0B836E9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pic>
        <p:nvPicPr>
          <p:cNvPr id="8" name="Рисунок 7">
            <a:extLst>
              <a:ext uri="{FF2B5EF4-FFF2-40B4-BE49-F238E27FC236}">
                <a16:creationId xmlns:a16="http://schemas.microsoft.com/office/drawing/2014/main" id="{DECC8463-CCB8-4FC9-8BC9-57202EC81819}"/>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5795465" y="1367046"/>
            <a:ext cx="3088310" cy="3937961"/>
          </a:xfrm>
          <a:prstGeom prst="rect">
            <a:avLst/>
          </a:prstGeom>
        </p:spPr>
      </p:pic>
    </p:spTree>
    <p:extLst>
      <p:ext uri="{BB962C8B-B14F-4D97-AF65-F5344CB8AC3E}">
        <p14:creationId xmlns:p14="http://schemas.microsoft.com/office/powerpoint/2010/main" val="79121903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61E133BA-C364-AD4D-BDF4-C6F49F9A6E3A}"/>
              </a:ext>
            </a:extLst>
          </p:cNvPr>
          <p:cNvSpPr>
            <a:spLocks noGrp="1"/>
          </p:cNvSpPr>
          <p:nvPr>
            <p:ph type="title"/>
          </p:nvPr>
        </p:nvSpPr>
        <p:spPr/>
        <p:txBody>
          <a:bodyPr/>
          <a:lstStyle/>
          <a:p>
            <a:r>
              <a:rPr lang="en-US" dirty="0"/>
              <a:t>STATISTICS </a:t>
            </a:r>
            <a:endParaRPr lang="ru-RU" dirty="0"/>
          </a:p>
        </p:txBody>
      </p:sp>
      <p:cxnSp>
        <p:nvCxnSpPr>
          <p:cNvPr id="49" name="Прямая соединительная линия 48">
            <a:extLst>
              <a:ext uri="{FF2B5EF4-FFF2-40B4-BE49-F238E27FC236}">
                <a16:creationId xmlns:a16="http://schemas.microsoft.com/office/drawing/2014/main" id="{43788C83-CE07-48FC-85E6-91768A8B60E0}"/>
              </a:ext>
            </a:extLst>
          </p:cNvPr>
          <p:cNvCxnSpPr>
            <a:cxnSpLocks/>
          </p:cNvCxnSpPr>
          <p:nvPr/>
        </p:nvCxnSpPr>
        <p:spPr>
          <a:xfrm>
            <a:off x="431856" y="5353687"/>
            <a:ext cx="904228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43D9A14-D1B6-4276-AEB2-75B385C412E2}"/>
              </a:ext>
            </a:extLst>
          </p:cNvPr>
          <p:cNvSpPr txBox="1"/>
          <p:nvPr/>
        </p:nvSpPr>
        <p:spPr>
          <a:xfrm>
            <a:off x="936047" y="4448537"/>
            <a:ext cx="2167596" cy="892552"/>
          </a:xfrm>
          <a:prstGeom prst="rect">
            <a:avLst/>
          </a:prstGeom>
          <a:noFill/>
        </p:spPr>
        <p:txBody>
          <a:bodyPr wrap="square" rtlCol="0" anchor="b">
            <a:spAutoFit/>
          </a:bodyPr>
          <a:lstStyle/>
          <a:p>
            <a:r>
              <a:rPr lang="en-US" sz="3575" b="1" dirty="0">
                <a:solidFill>
                  <a:schemeClr val="accent2"/>
                </a:solidFill>
                <a:latin typeface="+mj-lt"/>
              </a:rPr>
              <a:t>2</a:t>
            </a:r>
            <a:r>
              <a:rPr lang="ru-RU" sz="3575" b="1" dirty="0">
                <a:solidFill>
                  <a:schemeClr val="accent2"/>
                </a:solidFill>
                <a:latin typeface="+mj-lt"/>
              </a:rPr>
              <a:t>1,9</a:t>
            </a:r>
            <a:r>
              <a:rPr lang="en-US" sz="3575" b="1" dirty="0">
                <a:solidFill>
                  <a:schemeClr val="accent2"/>
                </a:solidFill>
                <a:latin typeface="+mj-lt"/>
              </a:rPr>
              <a:t>%</a:t>
            </a:r>
          </a:p>
          <a:p>
            <a:r>
              <a:rPr lang="en-US" sz="1625" dirty="0">
                <a:cs typeface="Gotham Pro Light" panose="02000503030000020004" pitchFamily="2" charset="0"/>
              </a:rPr>
              <a:t>increase in net profit</a:t>
            </a:r>
            <a:endParaRPr lang="ru-RU" sz="1625" dirty="0">
              <a:cs typeface="Gotham Pro Light" panose="02000503030000020004" pitchFamily="2" charset="0"/>
            </a:endParaRPr>
          </a:p>
        </p:txBody>
      </p:sp>
      <p:sp>
        <p:nvSpPr>
          <p:cNvPr id="61" name="TextBox 60">
            <a:extLst>
              <a:ext uri="{FF2B5EF4-FFF2-40B4-BE49-F238E27FC236}">
                <a16:creationId xmlns:a16="http://schemas.microsoft.com/office/drawing/2014/main" id="{5CF1E2FB-5E26-42D9-841A-663134A92287}"/>
              </a:ext>
            </a:extLst>
          </p:cNvPr>
          <p:cNvSpPr txBox="1"/>
          <p:nvPr/>
        </p:nvSpPr>
        <p:spPr>
          <a:xfrm>
            <a:off x="4910365" y="4483901"/>
            <a:ext cx="2167596" cy="892552"/>
          </a:xfrm>
          <a:prstGeom prst="rect">
            <a:avLst/>
          </a:prstGeom>
          <a:noFill/>
        </p:spPr>
        <p:txBody>
          <a:bodyPr wrap="square" rtlCol="0" anchor="b">
            <a:spAutoFit/>
          </a:bodyPr>
          <a:lstStyle/>
          <a:p>
            <a:r>
              <a:rPr lang="en-US" sz="3575" b="1" dirty="0">
                <a:solidFill>
                  <a:schemeClr val="accent2"/>
                </a:solidFill>
                <a:latin typeface="+mj-lt"/>
              </a:rPr>
              <a:t>2</a:t>
            </a:r>
            <a:r>
              <a:rPr lang="ru-RU" sz="3575" b="1" dirty="0">
                <a:solidFill>
                  <a:schemeClr val="accent2"/>
                </a:solidFill>
                <a:latin typeface="+mj-lt"/>
              </a:rPr>
              <a:t>6,2</a:t>
            </a:r>
            <a:r>
              <a:rPr lang="en-US" sz="2600" b="1" dirty="0">
                <a:solidFill>
                  <a:schemeClr val="accent2"/>
                </a:solidFill>
                <a:latin typeface="+mj-lt"/>
              </a:rPr>
              <a:t>%</a:t>
            </a:r>
            <a:endParaRPr lang="en-US" sz="3575" b="1" dirty="0">
              <a:solidFill>
                <a:schemeClr val="accent2"/>
              </a:solidFill>
              <a:latin typeface="+mj-lt"/>
            </a:endParaRPr>
          </a:p>
          <a:p>
            <a:pPr defTabSz="371475">
              <a:spcAft>
                <a:spcPts val="975"/>
              </a:spcAft>
              <a:defRPr/>
            </a:pPr>
            <a:r>
              <a:rPr lang="en-US" sz="1625" dirty="0">
                <a:cs typeface="Gotham Pro Light" panose="02000503030000020004" pitchFamily="2" charset="0"/>
              </a:rPr>
              <a:t>increasing customers</a:t>
            </a:r>
          </a:p>
        </p:txBody>
      </p:sp>
      <p:grpSp>
        <p:nvGrpSpPr>
          <p:cNvPr id="63" name="Группа 62">
            <a:extLst>
              <a:ext uri="{FF2B5EF4-FFF2-40B4-BE49-F238E27FC236}">
                <a16:creationId xmlns:a16="http://schemas.microsoft.com/office/drawing/2014/main" id="{9E1B18B6-8DD4-4D82-80D4-917A14B972F4}"/>
              </a:ext>
            </a:extLst>
          </p:cNvPr>
          <p:cNvGrpSpPr/>
          <p:nvPr/>
        </p:nvGrpSpPr>
        <p:grpSpPr>
          <a:xfrm>
            <a:off x="607385" y="4570368"/>
            <a:ext cx="385820" cy="385820"/>
            <a:chOff x="1207396" y="1717406"/>
            <a:chExt cx="474855" cy="474855"/>
          </a:xfrm>
          <a:solidFill>
            <a:schemeClr val="accent2"/>
          </a:solidFill>
        </p:grpSpPr>
        <p:sp>
          <p:nvSpPr>
            <p:cNvPr id="64" name="Полилиния 50">
              <a:extLst>
                <a:ext uri="{FF2B5EF4-FFF2-40B4-BE49-F238E27FC236}">
                  <a16:creationId xmlns:a16="http://schemas.microsoft.com/office/drawing/2014/main" id="{64DC1869-6C19-4A71-9558-0BF265176E39}"/>
                </a:ext>
              </a:extLst>
            </p:cNvPr>
            <p:cNvSpPr/>
            <p:nvPr/>
          </p:nvSpPr>
          <p:spPr>
            <a:xfrm>
              <a:off x="1207396" y="1717406"/>
              <a:ext cx="474855" cy="474855"/>
            </a:xfrm>
            <a:custGeom>
              <a:avLst/>
              <a:gdLst>
                <a:gd name="connsiteX0" fmla="*/ 419666 w 839331"/>
                <a:gd name="connsiteY0" fmla="*/ 0 h 839331"/>
                <a:gd name="connsiteX1" fmla="*/ 0 w 839331"/>
                <a:gd name="connsiteY1" fmla="*/ 419666 h 839331"/>
                <a:gd name="connsiteX2" fmla="*/ 419666 w 839331"/>
                <a:gd name="connsiteY2" fmla="*/ 839332 h 839331"/>
                <a:gd name="connsiteX3" fmla="*/ 839332 w 839331"/>
                <a:gd name="connsiteY3" fmla="*/ 419666 h 839331"/>
                <a:gd name="connsiteX4" fmla="*/ 419666 w 839331"/>
                <a:gd name="connsiteY4" fmla="*/ 0 h 839331"/>
                <a:gd name="connsiteX5" fmla="*/ 419666 w 839331"/>
                <a:gd name="connsiteY5" fmla="*/ 811040 h 839331"/>
                <a:gd name="connsiteX6" fmla="*/ 28292 w 839331"/>
                <a:gd name="connsiteY6" fmla="*/ 419666 h 839331"/>
                <a:gd name="connsiteX7" fmla="*/ 419666 w 839331"/>
                <a:gd name="connsiteY7" fmla="*/ 28292 h 839331"/>
                <a:gd name="connsiteX8" fmla="*/ 811040 w 839331"/>
                <a:gd name="connsiteY8" fmla="*/ 419666 h 839331"/>
                <a:gd name="connsiteX9" fmla="*/ 419666 w 839331"/>
                <a:gd name="connsiteY9" fmla="*/ 811040 h 83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331" h="839331">
                  <a:moveTo>
                    <a:pt x="419666" y="0"/>
                  </a:moveTo>
                  <a:cubicBezTo>
                    <a:pt x="187891" y="0"/>
                    <a:pt x="0" y="187891"/>
                    <a:pt x="0" y="419666"/>
                  </a:cubicBezTo>
                  <a:cubicBezTo>
                    <a:pt x="0" y="651441"/>
                    <a:pt x="187891" y="839332"/>
                    <a:pt x="419666" y="839332"/>
                  </a:cubicBezTo>
                  <a:cubicBezTo>
                    <a:pt x="651441" y="839332"/>
                    <a:pt x="839332" y="651441"/>
                    <a:pt x="839332" y="419666"/>
                  </a:cubicBezTo>
                  <a:cubicBezTo>
                    <a:pt x="839072" y="187999"/>
                    <a:pt x="651333" y="260"/>
                    <a:pt x="419666" y="0"/>
                  </a:cubicBezTo>
                  <a:close/>
                  <a:moveTo>
                    <a:pt x="419666" y="811040"/>
                  </a:moveTo>
                  <a:cubicBezTo>
                    <a:pt x="203516" y="811040"/>
                    <a:pt x="28292" y="635816"/>
                    <a:pt x="28292" y="419666"/>
                  </a:cubicBezTo>
                  <a:cubicBezTo>
                    <a:pt x="28292" y="203516"/>
                    <a:pt x="203516" y="28292"/>
                    <a:pt x="419666" y="28292"/>
                  </a:cubicBezTo>
                  <a:cubicBezTo>
                    <a:pt x="635816" y="28292"/>
                    <a:pt x="811040" y="203516"/>
                    <a:pt x="811040" y="419666"/>
                  </a:cubicBezTo>
                  <a:cubicBezTo>
                    <a:pt x="810780" y="635708"/>
                    <a:pt x="635708" y="810780"/>
                    <a:pt x="419666" y="811040"/>
                  </a:cubicBezTo>
                  <a:close/>
                </a:path>
              </a:pathLst>
            </a:custGeom>
            <a:grpFill/>
            <a:ln w="9431" cap="flat">
              <a:noFill/>
              <a:prstDash val="solid"/>
              <a:miter/>
            </a:ln>
          </p:spPr>
          <p:txBody>
            <a:bodyPr rtlCol="0" anchor="ctr"/>
            <a:lstStyle/>
            <a:p>
              <a:endParaRPr lang="ru-RU"/>
            </a:p>
          </p:txBody>
        </p:sp>
        <p:sp>
          <p:nvSpPr>
            <p:cNvPr id="65" name="Полилиния 57">
              <a:extLst>
                <a:ext uri="{FF2B5EF4-FFF2-40B4-BE49-F238E27FC236}">
                  <a16:creationId xmlns:a16="http://schemas.microsoft.com/office/drawing/2014/main" id="{121B9D11-2D9B-436F-88AF-14BF21EBE29B}"/>
                </a:ext>
              </a:extLst>
            </p:cNvPr>
            <p:cNvSpPr/>
            <p:nvPr/>
          </p:nvSpPr>
          <p:spPr>
            <a:xfrm>
              <a:off x="1436821" y="1749419"/>
              <a:ext cx="16006" cy="48019"/>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grpFill/>
            <a:ln w="9431" cap="flat">
              <a:noFill/>
              <a:prstDash val="solid"/>
              <a:miter/>
            </a:ln>
          </p:spPr>
          <p:txBody>
            <a:bodyPr rtlCol="0" anchor="ctr"/>
            <a:lstStyle/>
            <a:p>
              <a:endParaRPr lang="ru-RU"/>
            </a:p>
          </p:txBody>
        </p:sp>
        <p:sp>
          <p:nvSpPr>
            <p:cNvPr id="66" name="Полилиния 58">
              <a:extLst>
                <a:ext uri="{FF2B5EF4-FFF2-40B4-BE49-F238E27FC236}">
                  <a16:creationId xmlns:a16="http://schemas.microsoft.com/office/drawing/2014/main" id="{D3D54ED5-925F-4E9F-9B34-14009A45C300}"/>
                </a:ext>
              </a:extLst>
            </p:cNvPr>
            <p:cNvSpPr/>
            <p:nvPr/>
          </p:nvSpPr>
          <p:spPr>
            <a:xfrm>
              <a:off x="1436821" y="2112229"/>
              <a:ext cx="16006" cy="48019"/>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grpFill/>
            <a:ln w="9431" cap="flat">
              <a:noFill/>
              <a:prstDash val="solid"/>
              <a:miter/>
            </a:ln>
          </p:spPr>
          <p:txBody>
            <a:bodyPr rtlCol="0" anchor="ctr"/>
            <a:lstStyle/>
            <a:p>
              <a:endParaRPr lang="ru-RU"/>
            </a:p>
          </p:txBody>
        </p:sp>
        <p:sp>
          <p:nvSpPr>
            <p:cNvPr id="67" name="Полилиния 59">
              <a:extLst>
                <a:ext uri="{FF2B5EF4-FFF2-40B4-BE49-F238E27FC236}">
                  <a16:creationId xmlns:a16="http://schemas.microsoft.com/office/drawing/2014/main" id="{6D09B29F-FD0E-46E7-BE64-BD41112666F2}"/>
                </a:ext>
              </a:extLst>
            </p:cNvPr>
            <p:cNvSpPr/>
            <p:nvPr/>
          </p:nvSpPr>
          <p:spPr>
            <a:xfrm>
              <a:off x="1602219" y="1946831"/>
              <a:ext cx="48019" cy="16006"/>
            </a:xfrm>
            <a:custGeom>
              <a:avLst/>
              <a:gdLst>
                <a:gd name="connsiteX0" fmla="*/ 70730 w 84876"/>
                <a:gd name="connsiteY0" fmla="*/ 0 h 28292"/>
                <a:gd name="connsiteX1" fmla="*/ 14146 w 84876"/>
                <a:gd name="connsiteY1" fmla="*/ 0 h 28292"/>
                <a:gd name="connsiteX2" fmla="*/ 0 w 84876"/>
                <a:gd name="connsiteY2" fmla="*/ 14146 h 28292"/>
                <a:gd name="connsiteX3" fmla="*/ 14146 w 84876"/>
                <a:gd name="connsiteY3" fmla="*/ 28292 h 28292"/>
                <a:gd name="connsiteX4" fmla="*/ 70730 w 84876"/>
                <a:gd name="connsiteY4" fmla="*/ 28292 h 28292"/>
                <a:gd name="connsiteX5" fmla="*/ 84876 w 84876"/>
                <a:gd name="connsiteY5" fmla="*/ 14146 h 28292"/>
                <a:gd name="connsiteX6" fmla="*/ 70730 w 84876"/>
                <a:gd name="connsiteY6" fmla="*/ 0 h 2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876" h="28292">
                  <a:moveTo>
                    <a:pt x="70730" y="0"/>
                  </a:moveTo>
                  <a:lnTo>
                    <a:pt x="14146" y="0"/>
                  </a:lnTo>
                  <a:cubicBezTo>
                    <a:pt x="6333" y="0"/>
                    <a:pt x="0" y="6333"/>
                    <a:pt x="0" y="14146"/>
                  </a:cubicBezTo>
                  <a:cubicBezTo>
                    <a:pt x="0" y="21959"/>
                    <a:pt x="6333" y="28292"/>
                    <a:pt x="14146" y="28292"/>
                  </a:cubicBezTo>
                  <a:lnTo>
                    <a:pt x="70730" y="28292"/>
                  </a:lnTo>
                  <a:cubicBezTo>
                    <a:pt x="78543" y="28292"/>
                    <a:pt x="84876" y="21959"/>
                    <a:pt x="84876" y="14146"/>
                  </a:cubicBezTo>
                  <a:cubicBezTo>
                    <a:pt x="84876" y="6333"/>
                    <a:pt x="78543" y="0"/>
                    <a:pt x="70730" y="0"/>
                  </a:cubicBezTo>
                  <a:close/>
                </a:path>
              </a:pathLst>
            </a:custGeom>
            <a:grpFill/>
            <a:ln w="9431" cap="flat">
              <a:noFill/>
              <a:prstDash val="solid"/>
              <a:miter/>
            </a:ln>
          </p:spPr>
          <p:txBody>
            <a:bodyPr rtlCol="0" anchor="ctr"/>
            <a:lstStyle/>
            <a:p>
              <a:endParaRPr lang="ru-RU"/>
            </a:p>
          </p:txBody>
        </p:sp>
        <p:sp>
          <p:nvSpPr>
            <p:cNvPr id="95" name="Полилиния 60">
              <a:extLst>
                <a:ext uri="{FF2B5EF4-FFF2-40B4-BE49-F238E27FC236}">
                  <a16:creationId xmlns:a16="http://schemas.microsoft.com/office/drawing/2014/main" id="{3E0D55DD-467A-4A7E-A4AC-6FAE7FC87693}"/>
                </a:ext>
              </a:extLst>
            </p:cNvPr>
            <p:cNvSpPr/>
            <p:nvPr/>
          </p:nvSpPr>
          <p:spPr>
            <a:xfrm>
              <a:off x="1239409" y="1946831"/>
              <a:ext cx="48019" cy="16006"/>
            </a:xfrm>
            <a:custGeom>
              <a:avLst/>
              <a:gdLst>
                <a:gd name="connsiteX0" fmla="*/ 70730 w 84876"/>
                <a:gd name="connsiteY0" fmla="*/ 0 h 28292"/>
                <a:gd name="connsiteX1" fmla="*/ 14146 w 84876"/>
                <a:gd name="connsiteY1" fmla="*/ 0 h 28292"/>
                <a:gd name="connsiteX2" fmla="*/ 0 w 84876"/>
                <a:gd name="connsiteY2" fmla="*/ 14146 h 28292"/>
                <a:gd name="connsiteX3" fmla="*/ 14146 w 84876"/>
                <a:gd name="connsiteY3" fmla="*/ 28292 h 28292"/>
                <a:gd name="connsiteX4" fmla="*/ 70730 w 84876"/>
                <a:gd name="connsiteY4" fmla="*/ 28292 h 28292"/>
                <a:gd name="connsiteX5" fmla="*/ 84876 w 84876"/>
                <a:gd name="connsiteY5" fmla="*/ 14146 h 28292"/>
                <a:gd name="connsiteX6" fmla="*/ 70730 w 84876"/>
                <a:gd name="connsiteY6" fmla="*/ 0 h 2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876" h="28292">
                  <a:moveTo>
                    <a:pt x="70730" y="0"/>
                  </a:moveTo>
                  <a:lnTo>
                    <a:pt x="14146" y="0"/>
                  </a:lnTo>
                  <a:cubicBezTo>
                    <a:pt x="6333" y="0"/>
                    <a:pt x="0" y="6333"/>
                    <a:pt x="0" y="14146"/>
                  </a:cubicBezTo>
                  <a:cubicBezTo>
                    <a:pt x="0" y="21959"/>
                    <a:pt x="6333" y="28292"/>
                    <a:pt x="14146" y="28292"/>
                  </a:cubicBezTo>
                  <a:lnTo>
                    <a:pt x="70730" y="28292"/>
                  </a:lnTo>
                  <a:cubicBezTo>
                    <a:pt x="78543" y="28292"/>
                    <a:pt x="84876" y="21959"/>
                    <a:pt x="84876" y="14146"/>
                  </a:cubicBezTo>
                  <a:cubicBezTo>
                    <a:pt x="84876" y="6333"/>
                    <a:pt x="78543" y="0"/>
                    <a:pt x="70730" y="0"/>
                  </a:cubicBezTo>
                  <a:close/>
                </a:path>
              </a:pathLst>
            </a:custGeom>
            <a:grpFill/>
            <a:ln w="9431" cap="flat">
              <a:noFill/>
              <a:prstDash val="solid"/>
              <a:miter/>
            </a:ln>
          </p:spPr>
          <p:txBody>
            <a:bodyPr rtlCol="0" anchor="ctr"/>
            <a:lstStyle/>
            <a:p>
              <a:endParaRPr lang="ru-RU"/>
            </a:p>
          </p:txBody>
        </p:sp>
        <p:sp>
          <p:nvSpPr>
            <p:cNvPr id="96" name="Полилиния 61">
              <a:extLst>
                <a:ext uri="{FF2B5EF4-FFF2-40B4-BE49-F238E27FC236}">
                  <a16:creationId xmlns:a16="http://schemas.microsoft.com/office/drawing/2014/main" id="{9A34786D-32C5-4422-80EF-DD5E6A1BCAB3}"/>
                </a:ext>
              </a:extLst>
            </p:cNvPr>
            <p:cNvSpPr/>
            <p:nvPr/>
          </p:nvSpPr>
          <p:spPr>
            <a:xfrm>
              <a:off x="1436821" y="1829451"/>
              <a:ext cx="16006" cy="138722"/>
            </a:xfrm>
            <a:custGeom>
              <a:avLst/>
              <a:gdLst>
                <a:gd name="connsiteX0" fmla="*/ 14146 w 28292"/>
                <a:gd name="connsiteY0" fmla="*/ 0 h 245198"/>
                <a:gd name="connsiteX1" fmla="*/ 0 w 28292"/>
                <a:gd name="connsiteY1" fmla="*/ 14146 h 245198"/>
                <a:gd name="connsiteX2" fmla="*/ 0 w 28292"/>
                <a:gd name="connsiteY2" fmla="*/ 231052 h 245198"/>
                <a:gd name="connsiteX3" fmla="*/ 14146 w 28292"/>
                <a:gd name="connsiteY3" fmla="*/ 245198 h 245198"/>
                <a:gd name="connsiteX4" fmla="*/ 28292 w 28292"/>
                <a:gd name="connsiteY4" fmla="*/ 231052 h 245198"/>
                <a:gd name="connsiteX5" fmla="*/ 28292 w 28292"/>
                <a:gd name="connsiteY5" fmla="*/ 14146 h 245198"/>
                <a:gd name="connsiteX6" fmla="*/ 14146 w 28292"/>
                <a:gd name="connsiteY6" fmla="*/ 0 h 24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245198">
                  <a:moveTo>
                    <a:pt x="14146" y="0"/>
                  </a:moveTo>
                  <a:cubicBezTo>
                    <a:pt x="6333" y="0"/>
                    <a:pt x="0" y="6333"/>
                    <a:pt x="0" y="14146"/>
                  </a:cubicBezTo>
                  <a:lnTo>
                    <a:pt x="0" y="231052"/>
                  </a:lnTo>
                  <a:cubicBezTo>
                    <a:pt x="0" y="238865"/>
                    <a:pt x="6333" y="245198"/>
                    <a:pt x="14146" y="245198"/>
                  </a:cubicBezTo>
                  <a:cubicBezTo>
                    <a:pt x="21959" y="245198"/>
                    <a:pt x="28292" y="238865"/>
                    <a:pt x="28292" y="231052"/>
                  </a:cubicBezTo>
                  <a:lnTo>
                    <a:pt x="28292" y="14146"/>
                  </a:lnTo>
                  <a:cubicBezTo>
                    <a:pt x="28292" y="6333"/>
                    <a:pt x="21959" y="0"/>
                    <a:pt x="14146" y="0"/>
                  </a:cubicBezTo>
                  <a:close/>
                </a:path>
              </a:pathLst>
            </a:custGeom>
            <a:grpFill/>
            <a:ln w="9431" cap="flat">
              <a:noFill/>
              <a:prstDash val="solid"/>
              <a:miter/>
            </a:ln>
          </p:spPr>
          <p:txBody>
            <a:bodyPr rtlCol="0" anchor="ctr"/>
            <a:lstStyle/>
            <a:p>
              <a:endParaRPr lang="ru-RU"/>
            </a:p>
          </p:txBody>
        </p:sp>
      </p:grpSp>
      <p:grpSp>
        <p:nvGrpSpPr>
          <p:cNvPr id="107" name="Группа 106">
            <a:extLst>
              <a:ext uri="{FF2B5EF4-FFF2-40B4-BE49-F238E27FC236}">
                <a16:creationId xmlns:a16="http://schemas.microsoft.com/office/drawing/2014/main" id="{4FA8E814-BCBA-4415-A63F-B1C2F7E8B61A}"/>
              </a:ext>
            </a:extLst>
          </p:cNvPr>
          <p:cNvGrpSpPr/>
          <p:nvPr/>
        </p:nvGrpSpPr>
        <p:grpSpPr>
          <a:xfrm>
            <a:off x="4548865" y="4570368"/>
            <a:ext cx="370788" cy="385820"/>
            <a:chOff x="1218584" y="3152859"/>
            <a:chExt cx="456354" cy="474855"/>
          </a:xfrm>
          <a:solidFill>
            <a:schemeClr val="accent2"/>
          </a:solidFill>
        </p:grpSpPr>
        <p:sp>
          <p:nvSpPr>
            <p:cNvPr id="108" name="Полилиния 73">
              <a:extLst>
                <a:ext uri="{FF2B5EF4-FFF2-40B4-BE49-F238E27FC236}">
                  <a16:creationId xmlns:a16="http://schemas.microsoft.com/office/drawing/2014/main" id="{991687CE-2071-43B9-8302-4260F11B2032}"/>
                </a:ext>
              </a:extLst>
            </p:cNvPr>
            <p:cNvSpPr/>
            <p:nvPr/>
          </p:nvSpPr>
          <p:spPr>
            <a:xfrm>
              <a:off x="1218584" y="3152859"/>
              <a:ext cx="456354" cy="474855"/>
            </a:xfrm>
            <a:custGeom>
              <a:avLst/>
              <a:gdLst>
                <a:gd name="connsiteX0" fmla="*/ 705060 w 704850"/>
                <a:gd name="connsiteY0" fmla="*/ 215171 h 733425"/>
                <a:gd name="connsiteX1" fmla="*/ 637375 w 704850"/>
                <a:gd name="connsiteY1" fmla="*/ 152201 h 733425"/>
                <a:gd name="connsiteX2" fmla="*/ 684295 w 704850"/>
                <a:gd name="connsiteY2" fmla="*/ 101776 h 733425"/>
                <a:gd name="connsiteX3" fmla="*/ 702164 w 704850"/>
                <a:gd name="connsiteY3" fmla="*/ 57961 h 733425"/>
                <a:gd name="connsiteX4" fmla="*/ 684638 w 704850"/>
                <a:gd name="connsiteY4" fmla="*/ 14584 h 733425"/>
                <a:gd name="connsiteX5" fmla="*/ 597770 w 704850"/>
                <a:gd name="connsiteY5" fmla="*/ 21147 h 733425"/>
                <a:gd name="connsiteX6" fmla="*/ 274882 w 704850"/>
                <a:gd name="connsiteY6" fmla="*/ 367933 h 733425"/>
                <a:gd name="connsiteX7" fmla="*/ 51645 w 704850"/>
                <a:gd name="connsiteY7" fmla="*/ 411243 h 733425"/>
                <a:gd name="connsiteX8" fmla="*/ 61389 w 704850"/>
                <a:gd name="connsiteY8" fmla="*/ 684058 h 733425"/>
                <a:gd name="connsiteX9" fmla="*/ 192805 w 704850"/>
                <a:gd name="connsiteY9" fmla="*/ 735836 h 733425"/>
                <a:gd name="connsiteX10" fmla="*/ 199844 w 704850"/>
                <a:gd name="connsiteY10" fmla="*/ 735712 h 733425"/>
                <a:gd name="connsiteX11" fmla="*/ 334185 w 704850"/>
                <a:gd name="connsiteY11" fmla="*/ 674333 h 733425"/>
                <a:gd name="connsiteX12" fmla="*/ 361455 w 704850"/>
                <a:gd name="connsiteY12" fmla="*/ 448543 h 733425"/>
                <a:gd name="connsiteX13" fmla="*/ 499844 w 704850"/>
                <a:gd name="connsiteY13" fmla="*/ 299896 h 733425"/>
                <a:gd name="connsiteX14" fmla="*/ 567509 w 704850"/>
                <a:gd name="connsiteY14" fmla="*/ 362913 h 733425"/>
                <a:gd name="connsiteX15" fmla="*/ 577758 w 704850"/>
                <a:gd name="connsiteY15" fmla="*/ 366733 h 733425"/>
                <a:gd name="connsiteX16" fmla="*/ 587712 w 704850"/>
                <a:gd name="connsiteY16" fmla="*/ 362180 h 733425"/>
                <a:gd name="connsiteX17" fmla="*/ 626850 w 704850"/>
                <a:gd name="connsiteY17" fmla="*/ 320060 h 733425"/>
                <a:gd name="connsiteX18" fmla="*/ 626126 w 704850"/>
                <a:gd name="connsiteY18" fmla="*/ 299877 h 733425"/>
                <a:gd name="connsiteX19" fmla="*/ 558461 w 704850"/>
                <a:gd name="connsiteY19" fmla="*/ 236869 h 733425"/>
                <a:gd name="connsiteX20" fmla="*/ 578711 w 704850"/>
                <a:gd name="connsiteY20" fmla="*/ 215162 h 733425"/>
                <a:gd name="connsiteX21" fmla="*/ 646357 w 704850"/>
                <a:gd name="connsiteY21" fmla="*/ 278217 h 733425"/>
                <a:gd name="connsiteX22" fmla="*/ 656597 w 704850"/>
                <a:gd name="connsiteY22" fmla="*/ 282046 h 733425"/>
                <a:gd name="connsiteX23" fmla="*/ 666550 w 704850"/>
                <a:gd name="connsiteY23" fmla="*/ 277503 h 733425"/>
                <a:gd name="connsiteX24" fmla="*/ 705765 w 704850"/>
                <a:gd name="connsiteY24" fmla="*/ 235383 h 733425"/>
                <a:gd name="connsiteX25" fmla="*/ 709584 w 704850"/>
                <a:gd name="connsiteY25" fmla="*/ 225134 h 733425"/>
                <a:gd name="connsiteX26" fmla="*/ 705060 w 704850"/>
                <a:gd name="connsiteY26" fmla="*/ 215171 h 733425"/>
                <a:gd name="connsiteX27" fmla="*/ 655397 w 704850"/>
                <a:gd name="connsiteY27" fmla="*/ 247556 h 733425"/>
                <a:gd name="connsiteX28" fmla="*/ 587760 w 704850"/>
                <a:gd name="connsiteY28" fmla="*/ 184510 h 733425"/>
                <a:gd name="connsiteX29" fmla="*/ 567576 w 704850"/>
                <a:gd name="connsiteY29" fmla="*/ 185215 h 733425"/>
                <a:gd name="connsiteX30" fmla="*/ 527828 w 704850"/>
                <a:gd name="connsiteY30" fmla="*/ 227830 h 733425"/>
                <a:gd name="connsiteX31" fmla="*/ 523999 w 704850"/>
                <a:gd name="connsiteY31" fmla="*/ 238079 h 733425"/>
                <a:gd name="connsiteX32" fmla="*/ 528543 w 704850"/>
                <a:gd name="connsiteY32" fmla="*/ 248032 h 733425"/>
                <a:gd name="connsiteX33" fmla="*/ 596218 w 704850"/>
                <a:gd name="connsiteY33" fmla="*/ 311059 h 733425"/>
                <a:gd name="connsiteX34" fmla="*/ 576539 w 704850"/>
                <a:gd name="connsiteY34" fmla="*/ 332243 h 733425"/>
                <a:gd name="connsiteX35" fmla="*/ 508874 w 704850"/>
                <a:gd name="connsiteY35" fmla="*/ 269235 h 733425"/>
                <a:gd name="connsiteX36" fmla="*/ 498625 w 704850"/>
                <a:gd name="connsiteY36" fmla="*/ 265415 h 733425"/>
                <a:gd name="connsiteX37" fmla="*/ 488680 w 704850"/>
                <a:gd name="connsiteY37" fmla="*/ 269959 h 733425"/>
                <a:gd name="connsiteX38" fmla="*/ 335585 w 704850"/>
                <a:gd name="connsiteY38" fmla="*/ 434389 h 733425"/>
                <a:gd name="connsiteX39" fmla="*/ 335442 w 704850"/>
                <a:gd name="connsiteY39" fmla="*/ 434484 h 733425"/>
                <a:gd name="connsiteX40" fmla="*/ 331442 w 704850"/>
                <a:gd name="connsiteY40" fmla="*/ 454020 h 733425"/>
                <a:gd name="connsiteX41" fmla="*/ 313278 w 704850"/>
                <a:gd name="connsiteY41" fmla="*/ 654855 h 733425"/>
                <a:gd name="connsiteX42" fmla="*/ 198835 w 704850"/>
                <a:gd name="connsiteY42" fmla="*/ 707147 h 733425"/>
                <a:gd name="connsiteX43" fmla="*/ 80868 w 704850"/>
                <a:gd name="connsiteY43" fmla="*/ 663141 h 733425"/>
                <a:gd name="connsiteX44" fmla="*/ 72552 w 704850"/>
                <a:gd name="connsiteY44" fmla="*/ 430712 h 733425"/>
                <a:gd name="connsiteX45" fmla="*/ 193053 w 704850"/>
                <a:gd name="connsiteY45" fmla="*/ 378230 h 733425"/>
                <a:gd name="connsiteX46" fmla="*/ 271587 w 704850"/>
                <a:gd name="connsiteY46" fmla="*/ 398289 h 733425"/>
                <a:gd name="connsiteX47" fmla="*/ 282512 w 704850"/>
                <a:gd name="connsiteY47" fmla="*/ 399442 h 733425"/>
                <a:gd name="connsiteX48" fmla="*/ 290999 w 704850"/>
                <a:gd name="connsiteY48" fmla="*/ 392536 h 733425"/>
                <a:gd name="connsiteX49" fmla="*/ 618659 w 704850"/>
                <a:gd name="connsiteY49" fmla="*/ 40606 h 733425"/>
                <a:gd name="connsiteX50" fmla="*/ 665179 w 704850"/>
                <a:gd name="connsiteY50" fmla="*/ 35511 h 733425"/>
                <a:gd name="connsiteX51" fmla="*/ 673580 w 704850"/>
                <a:gd name="connsiteY51" fmla="*/ 57266 h 733425"/>
                <a:gd name="connsiteX52" fmla="*/ 663350 w 704850"/>
                <a:gd name="connsiteY52" fmla="*/ 82297 h 733425"/>
                <a:gd name="connsiteX53" fmla="*/ 606705 w 704850"/>
                <a:gd name="connsiteY53" fmla="*/ 143181 h 733425"/>
                <a:gd name="connsiteX54" fmla="*/ 602895 w 704850"/>
                <a:gd name="connsiteY54" fmla="*/ 153430 h 733425"/>
                <a:gd name="connsiteX55" fmla="*/ 607448 w 704850"/>
                <a:gd name="connsiteY55" fmla="*/ 163374 h 733425"/>
                <a:gd name="connsiteX56" fmla="*/ 675132 w 704850"/>
                <a:gd name="connsiteY56" fmla="*/ 226344 h 733425"/>
                <a:gd name="connsiteX57" fmla="*/ 655397 w 704850"/>
                <a:gd name="connsiteY57" fmla="*/ 247556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04850" h="733425">
                  <a:moveTo>
                    <a:pt x="705060" y="215171"/>
                  </a:moveTo>
                  <a:lnTo>
                    <a:pt x="637375" y="152201"/>
                  </a:lnTo>
                  <a:lnTo>
                    <a:pt x="684295" y="101776"/>
                  </a:lnTo>
                  <a:cubicBezTo>
                    <a:pt x="695259" y="89975"/>
                    <a:pt x="701774" y="74011"/>
                    <a:pt x="702164" y="57961"/>
                  </a:cubicBezTo>
                  <a:cubicBezTo>
                    <a:pt x="702574" y="40854"/>
                    <a:pt x="696354" y="25452"/>
                    <a:pt x="684638" y="14584"/>
                  </a:cubicBezTo>
                  <a:cubicBezTo>
                    <a:pt x="661159" y="-7209"/>
                    <a:pt x="621383" y="-4218"/>
                    <a:pt x="597770" y="21147"/>
                  </a:cubicBezTo>
                  <a:lnTo>
                    <a:pt x="274882" y="367933"/>
                  </a:lnTo>
                  <a:cubicBezTo>
                    <a:pt x="199482" y="332481"/>
                    <a:pt x="109204" y="349483"/>
                    <a:pt x="51645" y="411243"/>
                  </a:cubicBezTo>
                  <a:cubicBezTo>
                    <a:pt x="-20859" y="489148"/>
                    <a:pt x="-16487" y="611525"/>
                    <a:pt x="61389" y="684058"/>
                  </a:cubicBezTo>
                  <a:cubicBezTo>
                    <a:pt x="97432" y="717596"/>
                    <a:pt x="143856" y="735836"/>
                    <a:pt x="192805" y="735836"/>
                  </a:cubicBezTo>
                  <a:cubicBezTo>
                    <a:pt x="195149" y="735836"/>
                    <a:pt x="197492" y="735798"/>
                    <a:pt x="199844" y="735712"/>
                  </a:cubicBezTo>
                  <a:cubicBezTo>
                    <a:pt x="251384" y="733874"/>
                    <a:pt x="299095" y="712071"/>
                    <a:pt x="334185" y="674333"/>
                  </a:cubicBezTo>
                  <a:cubicBezTo>
                    <a:pt x="391687" y="612630"/>
                    <a:pt x="402222" y="521333"/>
                    <a:pt x="361455" y="448543"/>
                  </a:cubicBezTo>
                  <a:lnTo>
                    <a:pt x="499844" y="299896"/>
                  </a:lnTo>
                  <a:lnTo>
                    <a:pt x="567509" y="362913"/>
                  </a:lnTo>
                  <a:cubicBezTo>
                    <a:pt x="570281" y="365495"/>
                    <a:pt x="573958" y="366781"/>
                    <a:pt x="577758" y="366733"/>
                  </a:cubicBezTo>
                  <a:cubicBezTo>
                    <a:pt x="581549" y="366600"/>
                    <a:pt x="585131" y="364952"/>
                    <a:pt x="587712" y="362180"/>
                  </a:cubicBezTo>
                  <a:lnTo>
                    <a:pt x="626850" y="320060"/>
                  </a:lnTo>
                  <a:cubicBezTo>
                    <a:pt x="632213" y="314288"/>
                    <a:pt x="631889" y="305249"/>
                    <a:pt x="626126" y="299877"/>
                  </a:cubicBezTo>
                  <a:lnTo>
                    <a:pt x="558461" y="236869"/>
                  </a:lnTo>
                  <a:lnTo>
                    <a:pt x="578711" y="215162"/>
                  </a:lnTo>
                  <a:lnTo>
                    <a:pt x="646357" y="278217"/>
                  </a:lnTo>
                  <a:cubicBezTo>
                    <a:pt x="649120" y="280798"/>
                    <a:pt x="652730" y="282122"/>
                    <a:pt x="656597" y="282046"/>
                  </a:cubicBezTo>
                  <a:cubicBezTo>
                    <a:pt x="660388" y="281913"/>
                    <a:pt x="663960" y="280274"/>
                    <a:pt x="666550" y="277503"/>
                  </a:cubicBezTo>
                  <a:lnTo>
                    <a:pt x="705765" y="235383"/>
                  </a:lnTo>
                  <a:cubicBezTo>
                    <a:pt x="708346" y="232611"/>
                    <a:pt x="709727" y="228925"/>
                    <a:pt x="709584" y="225134"/>
                  </a:cubicBezTo>
                  <a:cubicBezTo>
                    <a:pt x="709470" y="221334"/>
                    <a:pt x="707841" y="217752"/>
                    <a:pt x="705060" y="215171"/>
                  </a:cubicBezTo>
                  <a:close/>
                  <a:moveTo>
                    <a:pt x="655397" y="247556"/>
                  </a:moveTo>
                  <a:lnTo>
                    <a:pt x="587760" y="184510"/>
                  </a:lnTo>
                  <a:cubicBezTo>
                    <a:pt x="581997" y="179138"/>
                    <a:pt x="572948" y="179443"/>
                    <a:pt x="567576" y="185215"/>
                  </a:cubicBezTo>
                  <a:lnTo>
                    <a:pt x="527828" y="227830"/>
                  </a:lnTo>
                  <a:cubicBezTo>
                    <a:pt x="525247" y="230602"/>
                    <a:pt x="523866" y="234288"/>
                    <a:pt x="523999" y="238079"/>
                  </a:cubicBezTo>
                  <a:cubicBezTo>
                    <a:pt x="524133" y="241870"/>
                    <a:pt x="525771" y="245451"/>
                    <a:pt x="528543" y="248032"/>
                  </a:cubicBezTo>
                  <a:lnTo>
                    <a:pt x="596218" y="311059"/>
                  </a:lnTo>
                  <a:lnTo>
                    <a:pt x="576539" y="332243"/>
                  </a:lnTo>
                  <a:lnTo>
                    <a:pt x="508874" y="269235"/>
                  </a:lnTo>
                  <a:cubicBezTo>
                    <a:pt x="506102" y="266654"/>
                    <a:pt x="502520" y="265215"/>
                    <a:pt x="498625" y="265415"/>
                  </a:cubicBezTo>
                  <a:cubicBezTo>
                    <a:pt x="494843" y="265549"/>
                    <a:pt x="491262" y="267187"/>
                    <a:pt x="488680" y="269959"/>
                  </a:cubicBezTo>
                  <a:lnTo>
                    <a:pt x="335585" y="434389"/>
                  </a:lnTo>
                  <a:lnTo>
                    <a:pt x="335442" y="434484"/>
                  </a:lnTo>
                  <a:cubicBezTo>
                    <a:pt x="329041" y="438837"/>
                    <a:pt x="327260" y="447495"/>
                    <a:pt x="331442" y="454020"/>
                  </a:cubicBezTo>
                  <a:cubicBezTo>
                    <a:pt x="371999" y="517276"/>
                    <a:pt x="364532" y="599857"/>
                    <a:pt x="313278" y="654855"/>
                  </a:cubicBezTo>
                  <a:cubicBezTo>
                    <a:pt x="283379" y="687011"/>
                    <a:pt x="242735" y="705575"/>
                    <a:pt x="198835" y="707147"/>
                  </a:cubicBezTo>
                  <a:cubicBezTo>
                    <a:pt x="155096" y="708595"/>
                    <a:pt x="113043" y="693069"/>
                    <a:pt x="80868" y="663141"/>
                  </a:cubicBezTo>
                  <a:cubicBezTo>
                    <a:pt x="14516" y="601353"/>
                    <a:pt x="10792" y="497073"/>
                    <a:pt x="72552" y="430712"/>
                  </a:cubicBezTo>
                  <a:cubicBezTo>
                    <a:pt x="104594" y="396346"/>
                    <a:pt x="148533" y="378230"/>
                    <a:pt x="193053" y="378230"/>
                  </a:cubicBezTo>
                  <a:cubicBezTo>
                    <a:pt x="219837" y="378230"/>
                    <a:pt x="246841" y="384783"/>
                    <a:pt x="271587" y="398289"/>
                  </a:cubicBezTo>
                  <a:cubicBezTo>
                    <a:pt x="274930" y="400118"/>
                    <a:pt x="278873" y="400528"/>
                    <a:pt x="282512" y="399442"/>
                  </a:cubicBezTo>
                  <a:cubicBezTo>
                    <a:pt x="286141" y="398356"/>
                    <a:pt x="289198" y="395870"/>
                    <a:pt x="290999" y="392536"/>
                  </a:cubicBezTo>
                  <a:lnTo>
                    <a:pt x="618659" y="40606"/>
                  </a:lnTo>
                  <a:cubicBezTo>
                    <a:pt x="631517" y="26814"/>
                    <a:pt x="653234" y="24433"/>
                    <a:pt x="665179" y="35511"/>
                  </a:cubicBezTo>
                  <a:cubicBezTo>
                    <a:pt x="670808" y="40730"/>
                    <a:pt x="673780" y="48455"/>
                    <a:pt x="673580" y="57266"/>
                  </a:cubicBezTo>
                  <a:cubicBezTo>
                    <a:pt x="673361" y="66419"/>
                    <a:pt x="669627" y="75544"/>
                    <a:pt x="663350" y="82297"/>
                  </a:cubicBezTo>
                  <a:lnTo>
                    <a:pt x="606705" y="143181"/>
                  </a:lnTo>
                  <a:cubicBezTo>
                    <a:pt x="604124" y="145962"/>
                    <a:pt x="602752" y="149649"/>
                    <a:pt x="602895" y="153430"/>
                  </a:cubicBezTo>
                  <a:cubicBezTo>
                    <a:pt x="603038" y="157211"/>
                    <a:pt x="604676" y="160793"/>
                    <a:pt x="607448" y="163374"/>
                  </a:cubicBezTo>
                  <a:lnTo>
                    <a:pt x="675132" y="226344"/>
                  </a:lnTo>
                  <a:lnTo>
                    <a:pt x="655397" y="247556"/>
                  </a:lnTo>
                  <a:close/>
                </a:path>
              </a:pathLst>
            </a:custGeom>
            <a:grpFill/>
            <a:ln w="9525" cap="flat">
              <a:noFill/>
              <a:prstDash val="solid"/>
              <a:miter/>
            </a:ln>
          </p:spPr>
          <p:txBody>
            <a:bodyPr rtlCol="0" anchor="ctr"/>
            <a:lstStyle/>
            <a:p>
              <a:endParaRPr lang="ru-RU"/>
            </a:p>
          </p:txBody>
        </p:sp>
        <p:sp>
          <p:nvSpPr>
            <p:cNvPr id="109" name="Полилиния 74">
              <a:extLst>
                <a:ext uri="{FF2B5EF4-FFF2-40B4-BE49-F238E27FC236}">
                  <a16:creationId xmlns:a16="http://schemas.microsoft.com/office/drawing/2014/main" id="{55534276-2EE8-43F6-B856-A7EA3A0C7AC1}"/>
                </a:ext>
              </a:extLst>
            </p:cNvPr>
            <p:cNvSpPr/>
            <p:nvPr/>
          </p:nvSpPr>
          <p:spPr>
            <a:xfrm>
              <a:off x="1300901" y="3460357"/>
              <a:ext cx="86337" cy="86337"/>
            </a:xfrm>
            <a:custGeom>
              <a:avLst/>
              <a:gdLst>
                <a:gd name="connsiteX0" fmla="*/ 65693 w 133350"/>
                <a:gd name="connsiteY0" fmla="*/ 0 h 133350"/>
                <a:gd name="connsiteX1" fmla="*/ 18802 w 133350"/>
                <a:gd name="connsiteY1" fmla="*/ 20336 h 133350"/>
                <a:gd name="connsiteX2" fmla="*/ 9 w 133350"/>
                <a:gd name="connsiteY2" fmla="*/ 67856 h 133350"/>
                <a:gd name="connsiteX3" fmla="*/ 66770 w 133350"/>
                <a:gd name="connsiteY3" fmla="*/ 133541 h 133350"/>
                <a:gd name="connsiteX4" fmla="*/ 67874 w 133350"/>
                <a:gd name="connsiteY4" fmla="*/ 133531 h 133350"/>
                <a:gd name="connsiteX5" fmla="*/ 114766 w 133350"/>
                <a:gd name="connsiteY5" fmla="*/ 113205 h 133350"/>
                <a:gd name="connsiteX6" fmla="*/ 133549 w 133350"/>
                <a:gd name="connsiteY6" fmla="*/ 65675 h 133350"/>
                <a:gd name="connsiteX7" fmla="*/ 113213 w 133350"/>
                <a:gd name="connsiteY7" fmla="*/ 18783 h 133350"/>
                <a:gd name="connsiteX8" fmla="*/ 65693 w 133350"/>
                <a:gd name="connsiteY8" fmla="*/ 0 h 133350"/>
                <a:gd name="connsiteX9" fmla="*/ 94240 w 133350"/>
                <a:gd name="connsiteY9" fmla="*/ 93326 h 133350"/>
                <a:gd name="connsiteX10" fmla="*/ 67417 w 133350"/>
                <a:gd name="connsiteY10" fmla="*/ 104956 h 133350"/>
                <a:gd name="connsiteX11" fmla="*/ 66779 w 133350"/>
                <a:gd name="connsiteY11" fmla="*/ 104966 h 133350"/>
                <a:gd name="connsiteX12" fmla="*/ 28584 w 133350"/>
                <a:gd name="connsiteY12" fmla="*/ 67399 h 133350"/>
                <a:gd name="connsiteX13" fmla="*/ 39328 w 133350"/>
                <a:gd name="connsiteY13" fmla="*/ 40215 h 133350"/>
                <a:gd name="connsiteX14" fmla="*/ 66160 w 133350"/>
                <a:gd name="connsiteY14" fmla="*/ 28584 h 133350"/>
                <a:gd name="connsiteX15" fmla="*/ 66798 w 133350"/>
                <a:gd name="connsiteY15" fmla="*/ 28575 h 133350"/>
                <a:gd name="connsiteX16" fmla="*/ 93354 w 133350"/>
                <a:gd name="connsiteY16" fmla="*/ 39329 h 133350"/>
                <a:gd name="connsiteX17" fmla="*/ 104984 w 133350"/>
                <a:gd name="connsiteY17" fmla="*/ 66142 h 133350"/>
                <a:gd name="connsiteX18" fmla="*/ 94240 w 133350"/>
                <a:gd name="connsiteY18" fmla="*/ 93326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350" h="133350">
                  <a:moveTo>
                    <a:pt x="65693" y="0"/>
                  </a:moveTo>
                  <a:cubicBezTo>
                    <a:pt x="47853" y="295"/>
                    <a:pt x="31203" y="7515"/>
                    <a:pt x="18802" y="20336"/>
                  </a:cubicBezTo>
                  <a:cubicBezTo>
                    <a:pt x="6391" y="33157"/>
                    <a:pt x="-277" y="50025"/>
                    <a:pt x="9" y="67856"/>
                  </a:cubicBezTo>
                  <a:cubicBezTo>
                    <a:pt x="609" y="104299"/>
                    <a:pt x="30451" y="133541"/>
                    <a:pt x="66770" y="133541"/>
                  </a:cubicBezTo>
                  <a:cubicBezTo>
                    <a:pt x="67141" y="133541"/>
                    <a:pt x="67512" y="133531"/>
                    <a:pt x="67874" y="133531"/>
                  </a:cubicBezTo>
                  <a:cubicBezTo>
                    <a:pt x="85715" y="133236"/>
                    <a:pt x="102364" y="126016"/>
                    <a:pt x="114766" y="113205"/>
                  </a:cubicBezTo>
                  <a:cubicBezTo>
                    <a:pt x="127168" y="100384"/>
                    <a:pt x="133835" y="83506"/>
                    <a:pt x="133549" y="65675"/>
                  </a:cubicBezTo>
                  <a:cubicBezTo>
                    <a:pt x="133254" y="47844"/>
                    <a:pt x="126034" y="31185"/>
                    <a:pt x="113213" y="18783"/>
                  </a:cubicBezTo>
                  <a:cubicBezTo>
                    <a:pt x="100393" y="6382"/>
                    <a:pt x="83524" y="95"/>
                    <a:pt x="65693" y="0"/>
                  </a:cubicBezTo>
                  <a:close/>
                  <a:moveTo>
                    <a:pt x="94240" y="93326"/>
                  </a:moveTo>
                  <a:cubicBezTo>
                    <a:pt x="87144" y="100660"/>
                    <a:pt x="77619" y="104784"/>
                    <a:pt x="67417" y="104956"/>
                  </a:cubicBezTo>
                  <a:cubicBezTo>
                    <a:pt x="67208" y="104966"/>
                    <a:pt x="66998" y="104966"/>
                    <a:pt x="66779" y="104966"/>
                  </a:cubicBezTo>
                  <a:cubicBezTo>
                    <a:pt x="46005" y="104966"/>
                    <a:pt x="28927" y="88240"/>
                    <a:pt x="28584" y="67399"/>
                  </a:cubicBezTo>
                  <a:cubicBezTo>
                    <a:pt x="28412" y="57198"/>
                    <a:pt x="32232" y="47549"/>
                    <a:pt x="39328" y="40215"/>
                  </a:cubicBezTo>
                  <a:cubicBezTo>
                    <a:pt x="46424" y="32880"/>
                    <a:pt x="55959" y="28756"/>
                    <a:pt x="66160" y="28584"/>
                  </a:cubicBezTo>
                  <a:cubicBezTo>
                    <a:pt x="66369" y="28575"/>
                    <a:pt x="66589" y="28575"/>
                    <a:pt x="66798" y="28575"/>
                  </a:cubicBezTo>
                  <a:cubicBezTo>
                    <a:pt x="76761" y="28575"/>
                    <a:pt x="86172" y="32375"/>
                    <a:pt x="93354" y="39329"/>
                  </a:cubicBezTo>
                  <a:cubicBezTo>
                    <a:pt x="100688" y="46425"/>
                    <a:pt x="104822" y="55940"/>
                    <a:pt x="104984" y="66142"/>
                  </a:cubicBezTo>
                  <a:cubicBezTo>
                    <a:pt x="105155" y="76343"/>
                    <a:pt x="101336" y="86001"/>
                    <a:pt x="94240" y="93326"/>
                  </a:cubicBezTo>
                  <a:close/>
                </a:path>
              </a:pathLst>
            </a:custGeom>
            <a:grpFill/>
            <a:ln w="9525" cap="flat">
              <a:noFill/>
              <a:prstDash val="solid"/>
              <a:miter/>
            </a:ln>
          </p:spPr>
          <p:txBody>
            <a:bodyPr rtlCol="0" anchor="ctr"/>
            <a:lstStyle/>
            <a:p>
              <a:endParaRPr lang="ru-RU"/>
            </a:p>
          </p:txBody>
        </p:sp>
      </p:grpSp>
      <p:sp>
        <p:nvSpPr>
          <p:cNvPr id="33" name="Номер слайда 1">
            <a:extLst>
              <a:ext uri="{FF2B5EF4-FFF2-40B4-BE49-F238E27FC236}">
                <a16:creationId xmlns:a16="http://schemas.microsoft.com/office/drawing/2014/main" id="{C7FA1A3F-D554-4262-921C-7B4393AD3D04}"/>
              </a:ext>
            </a:extLst>
          </p:cNvPr>
          <p:cNvSpPr>
            <a:spLocks noGrp="1"/>
          </p:cNvSpPr>
          <p:nvPr>
            <p:ph type="sldNum" sz="quarter" idx="11"/>
          </p:nvPr>
        </p:nvSpPr>
        <p:spPr>
          <a:xfrm>
            <a:off x="8897938" y="6423585"/>
            <a:ext cx="2743200" cy="365125"/>
          </a:xfrm>
          <a:prstGeom prst="rect">
            <a:avLst/>
          </a:prstGeom>
        </p:spPr>
        <p:txBody>
          <a:bodyPr vert="horz" lIns="0" tIns="0" rIns="0" bIns="0" rtlCol="0" anchor="ctr"/>
          <a:lstStyle>
            <a:defPPr>
              <a:defRPr lang="ru-RU"/>
            </a:defPPr>
            <a:lvl1pPr marL="0" algn="r" defTabSz="914400" rtl="0" eaLnBrk="1" latinLnBrk="0" hangingPunct="1">
              <a:defRPr sz="1200" kern="1200">
                <a:solidFill>
                  <a:schemeClr val="tx2">
                    <a:lumMod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C10455-C340-7945-BDDA-6923B7A290C6}" type="slidenum">
              <a:rPr lang="ru-RU" smtClean="0"/>
              <a:pPr/>
              <a:t>5</a:t>
            </a:fld>
            <a:endParaRPr lang="ru-RU" dirty="0"/>
          </a:p>
        </p:txBody>
      </p:sp>
      <p:graphicFrame>
        <p:nvGraphicFramePr>
          <p:cNvPr id="4" name="Диаграмма 3">
            <a:extLst>
              <a:ext uri="{FF2B5EF4-FFF2-40B4-BE49-F238E27FC236}">
                <a16:creationId xmlns:a16="http://schemas.microsoft.com/office/drawing/2014/main" id="{7064B727-C4FA-41F2-A254-67FCC4DB6158}"/>
              </a:ext>
            </a:extLst>
          </p:cNvPr>
          <p:cNvGraphicFramePr/>
          <p:nvPr>
            <p:extLst>
              <p:ext uri="{D42A27DB-BD31-4B8C-83A1-F6EECF244321}">
                <p14:modId xmlns:p14="http://schemas.microsoft.com/office/powerpoint/2010/main" val="4117060966"/>
              </p:ext>
            </p:extLst>
          </p:nvPr>
        </p:nvGraphicFramePr>
        <p:xfrm>
          <a:off x="99136" y="1695615"/>
          <a:ext cx="4320480" cy="29185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3" name="Диаграмма 52">
            <a:extLst>
              <a:ext uri="{FF2B5EF4-FFF2-40B4-BE49-F238E27FC236}">
                <a16:creationId xmlns:a16="http://schemas.microsoft.com/office/drawing/2014/main" id="{C03E2397-694C-4F3B-88B4-61320AC4FF35}"/>
              </a:ext>
            </a:extLst>
          </p:cNvPr>
          <p:cNvGraphicFramePr>
            <a:graphicFrameLocks/>
          </p:cNvGraphicFramePr>
          <p:nvPr>
            <p:extLst>
              <p:ext uri="{D42A27DB-BD31-4B8C-83A1-F6EECF244321}">
                <p14:modId xmlns:p14="http://schemas.microsoft.com/office/powerpoint/2010/main" val="2568265344"/>
              </p:ext>
            </p:extLst>
          </p:nvPr>
        </p:nvGraphicFramePr>
        <p:xfrm>
          <a:off x="4527583" y="1874154"/>
          <a:ext cx="4739266" cy="2860997"/>
        </p:xfrm>
        <a:graphic>
          <a:graphicData uri="http://schemas.openxmlformats.org/drawingml/2006/chart">
            <c:chart xmlns:c="http://schemas.openxmlformats.org/drawingml/2006/chart" xmlns:r="http://schemas.openxmlformats.org/officeDocument/2006/relationships" r:id="rId3"/>
          </a:graphicData>
        </a:graphic>
      </p:graphicFrame>
      <p:pic>
        <p:nvPicPr>
          <p:cNvPr id="54" name="Рисунок 53">
            <a:extLst>
              <a:ext uri="{FF2B5EF4-FFF2-40B4-BE49-F238E27FC236}">
                <a16:creationId xmlns:a16="http://schemas.microsoft.com/office/drawing/2014/main" id="{397E1603-B4A6-432D-B819-330604526AC7}"/>
              </a:ext>
            </a:extLst>
          </p:cNvPr>
          <p:cNvPicPr>
            <a:picLocks noChangeAspect="1"/>
          </p:cNvPicPr>
          <p:nvPr/>
        </p:nvPicPr>
        <p:blipFill>
          <a:blip r:embed="rId4"/>
          <a:stretch>
            <a:fillRect/>
          </a:stretch>
        </p:blipFill>
        <p:spPr>
          <a:xfrm>
            <a:off x="7041232" y="216915"/>
            <a:ext cx="2526044" cy="586933"/>
          </a:xfrm>
          <a:prstGeom prst="rect">
            <a:avLst/>
          </a:prstGeom>
        </p:spPr>
      </p:pic>
      <p:pic>
        <p:nvPicPr>
          <p:cNvPr id="55" name="Рисунок 54">
            <a:extLst>
              <a:ext uri="{FF2B5EF4-FFF2-40B4-BE49-F238E27FC236}">
                <a16:creationId xmlns:a16="http://schemas.microsoft.com/office/drawing/2014/main" id="{C1E1B409-A7DD-4D0C-9F62-65476CDEC9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Tree>
    <p:extLst>
      <p:ext uri="{BB962C8B-B14F-4D97-AF65-F5344CB8AC3E}">
        <p14:creationId xmlns:p14="http://schemas.microsoft.com/office/powerpoint/2010/main" val="311800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7" name="Прямая соединительная линия 96">
            <a:extLst>
              <a:ext uri="{FF2B5EF4-FFF2-40B4-BE49-F238E27FC236}">
                <a16:creationId xmlns:a16="http://schemas.microsoft.com/office/drawing/2014/main" id="{FB8F6865-D4C8-4D8A-B5F6-258D07AF68C5}"/>
              </a:ext>
            </a:extLst>
          </p:cNvPr>
          <p:cNvCxnSpPr>
            <a:cxnSpLocks/>
          </p:cNvCxnSpPr>
          <p:nvPr/>
        </p:nvCxnSpPr>
        <p:spPr>
          <a:xfrm>
            <a:off x="6456097" y="1052736"/>
            <a:ext cx="0" cy="48011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Заголовок 43">
            <a:extLst>
              <a:ext uri="{FF2B5EF4-FFF2-40B4-BE49-F238E27FC236}">
                <a16:creationId xmlns:a16="http://schemas.microsoft.com/office/drawing/2014/main" id="{C70F21D1-C1CD-41FE-86EF-C90BBA363C75}"/>
              </a:ext>
            </a:extLst>
          </p:cNvPr>
          <p:cNvSpPr>
            <a:spLocks noGrp="1"/>
          </p:cNvSpPr>
          <p:nvPr>
            <p:ph type="title"/>
          </p:nvPr>
        </p:nvSpPr>
        <p:spPr>
          <a:xfrm>
            <a:off x="415924" y="234736"/>
            <a:ext cx="5616575" cy="576263"/>
          </a:xfrm>
        </p:spPr>
        <p:txBody>
          <a:bodyPr/>
          <a:lstStyle/>
          <a:p>
            <a:pPr algn="ctr"/>
            <a:r>
              <a:rPr lang="en-US" dirty="0">
                <a:effectLst/>
              </a:rPr>
              <a:t>BANK STRUCTURE</a:t>
            </a:r>
            <a:endParaRPr lang="ru-RU" dirty="0"/>
          </a:p>
        </p:txBody>
      </p:sp>
      <p:sp>
        <p:nvSpPr>
          <p:cNvPr id="3" name="Номер слайда 2">
            <a:extLst>
              <a:ext uri="{FF2B5EF4-FFF2-40B4-BE49-F238E27FC236}">
                <a16:creationId xmlns:a16="http://schemas.microsoft.com/office/drawing/2014/main" id="{399A1298-56EC-1049-8975-BFB1B41D8CF7}"/>
              </a:ext>
            </a:extLst>
          </p:cNvPr>
          <p:cNvSpPr>
            <a:spLocks noGrp="1"/>
          </p:cNvSpPr>
          <p:nvPr>
            <p:ph type="sldNum" sz="quarter" idx="11"/>
          </p:nvPr>
        </p:nvSpPr>
        <p:spPr>
          <a:xfrm>
            <a:off x="8897938" y="6423585"/>
            <a:ext cx="2743200" cy="365125"/>
          </a:xfrm>
          <a:prstGeom prst="rect">
            <a:avLst/>
          </a:prstGeom>
        </p:spPr>
        <p:txBody>
          <a:bodyPr vert="horz" lIns="0" tIns="0" rIns="0" bIns="0" rtlCol="0" anchor="ctr"/>
          <a:lstStyle>
            <a:defPPr>
              <a:defRPr lang="ru-RU"/>
            </a:defPPr>
            <a:lvl1pPr marL="0" algn="r" defTabSz="914400" rtl="0" eaLnBrk="1" latinLnBrk="0" hangingPunct="1">
              <a:defRPr sz="1200" kern="1200">
                <a:solidFill>
                  <a:schemeClr val="tx2">
                    <a:lumMod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C10455-C340-7945-BDDA-6923B7A290C6}" type="slidenum">
              <a:rPr lang="ru-RU" smtClean="0"/>
              <a:pPr/>
              <a:t>6</a:t>
            </a:fld>
            <a:endParaRPr lang="ru-RU"/>
          </a:p>
        </p:txBody>
      </p:sp>
      <p:cxnSp>
        <p:nvCxnSpPr>
          <p:cNvPr id="36" name="Прямая соединительная линия 35">
            <a:extLst>
              <a:ext uri="{FF2B5EF4-FFF2-40B4-BE49-F238E27FC236}">
                <a16:creationId xmlns:a16="http://schemas.microsoft.com/office/drawing/2014/main" id="{29402AFA-3918-4425-90CF-91486E2A4960}"/>
              </a:ext>
            </a:extLst>
          </p:cNvPr>
          <p:cNvCxnSpPr>
            <a:cxnSpLocks/>
          </p:cNvCxnSpPr>
          <p:nvPr/>
        </p:nvCxnSpPr>
        <p:spPr>
          <a:xfrm>
            <a:off x="3449902" y="1052736"/>
            <a:ext cx="0" cy="48011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9ABFD37D-66F6-4714-974D-7D8A683DB2EE}"/>
              </a:ext>
            </a:extLst>
          </p:cNvPr>
          <p:cNvCxnSpPr/>
          <p:nvPr/>
        </p:nvCxnSpPr>
        <p:spPr>
          <a:xfrm>
            <a:off x="445641" y="3610025"/>
            <a:ext cx="901471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3" name="Прямоугольник 42">
            <a:extLst>
              <a:ext uri="{FF2B5EF4-FFF2-40B4-BE49-F238E27FC236}">
                <a16:creationId xmlns:a16="http://schemas.microsoft.com/office/drawing/2014/main" id="{14425F2F-64B6-4E78-914F-38E8E37F1C78}"/>
              </a:ext>
            </a:extLst>
          </p:cNvPr>
          <p:cNvSpPr/>
          <p:nvPr/>
        </p:nvSpPr>
        <p:spPr>
          <a:xfrm>
            <a:off x="415925" y="1242710"/>
            <a:ext cx="2593441" cy="2367315"/>
          </a:xfrm>
          <a:prstGeom prst="rect">
            <a:avLst/>
          </a:prstGeom>
          <a:noFill/>
        </p:spPr>
        <p:txBody>
          <a:bodyPr wrap="square" lIns="0" anchor="t">
            <a:spAutoFit/>
          </a:bodyPr>
          <a:lstStyle/>
          <a:p>
            <a:pPr defTabSz="371475" fontAlgn="auto">
              <a:spcBef>
                <a:spcPts val="0"/>
              </a:spcBef>
              <a:spcAft>
                <a:spcPts val="450"/>
              </a:spcAft>
              <a:defRPr/>
            </a:pP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 Retail business (servicing individuals)</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Sales Department of banking products</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Department of lending to individuals</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Mortgage Lending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Debit and Credit Card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Department for raising funds for deposits</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52" name="Полилиния 57">
            <a:extLst>
              <a:ext uri="{FF2B5EF4-FFF2-40B4-BE49-F238E27FC236}">
                <a16:creationId xmlns:a16="http://schemas.microsoft.com/office/drawing/2014/main" id="{47A9120A-D84E-4D0E-B7B1-AE0A253819CD}"/>
              </a:ext>
            </a:extLst>
          </p:cNvPr>
          <p:cNvSpPr/>
          <p:nvPr/>
        </p:nvSpPr>
        <p:spPr>
          <a:xfrm>
            <a:off x="791017" y="2137540"/>
            <a:ext cx="9832" cy="29498"/>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53" name="Полилиния 58">
            <a:extLst>
              <a:ext uri="{FF2B5EF4-FFF2-40B4-BE49-F238E27FC236}">
                <a16:creationId xmlns:a16="http://schemas.microsoft.com/office/drawing/2014/main" id="{0E8E15F5-DE48-491A-B683-1BB6F20D72BF}"/>
              </a:ext>
            </a:extLst>
          </p:cNvPr>
          <p:cNvSpPr/>
          <p:nvPr/>
        </p:nvSpPr>
        <p:spPr>
          <a:xfrm>
            <a:off x="791017" y="2360413"/>
            <a:ext cx="9832" cy="29498"/>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54" name="Полилиния 59">
            <a:extLst>
              <a:ext uri="{FF2B5EF4-FFF2-40B4-BE49-F238E27FC236}">
                <a16:creationId xmlns:a16="http://schemas.microsoft.com/office/drawing/2014/main" id="{43AC50A8-D622-4D29-96C5-6A74CCBCF410}"/>
              </a:ext>
            </a:extLst>
          </p:cNvPr>
          <p:cNvSpPr/>
          <p:nvPr/>
        </p:nvSpPr>
        <p:spPr>
          <a:xfrm>
            <a:off x="892620" y="2258810"/>
            <a:ext cx="29498" cy="9832"/>
          </a:xfrm>
          <a:custGeom>
            <a:avLst/>
            <a:gdLst>
              <a:gd name="connsiteX0" fmla="*/ 70730 w 84876"/>
              <a:gd name="connsiteY0" fmla="*/ 0 h 28292"/>
              <a:gd name="connsiteX1" fmla="*/ 14146 w 84876"/>
              <a:gd name="connsiteY1" fmla="*/ 0 h 28292"/>
              <a:gd name="connsiteX2" fmla="*/ 0 w 84876"/>
              <a:gd name="connsiteY2" fmla="*/ 14146 h 28292"/>
              <a:gd name="connsiteX3" fmla="*/ 14146 w 84876"/>
              <a:gd name="connsiteY3" fmla="*/ 28292 h 28292"/>
              <a:gd name="connsiteX4" fmla="*/ 70730 w 84876"/>
              <a:gd name="connsiteY4" fmla="*/ 28292 h 28292"/>
              <a:gd name="connsiteX5" fmla="*/ 84876 w 84876"/>
              <a:gd name="connsiteY5" fmla="*/ 14146 h 28292"/>
              <a:gd name="connsiteX6" fmla="*/ 70730 w 84876"/>
              <a:gd name="connsiteY6" fmla="*/ 0 h 2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876" h="28292">
                <a:moveTo>
                  <a:pt x="70730" y="0"/>
                </a:moveTo>
                <a:lnTo>
                  <a:pt x="14146" y="0"/>
                </a:lnTo>
                <a:cubicBezTo>
                  <a:pt x="6333" y="0"/>
                  <a:pt x="0" y="6333"/>
                  <a:pt x="0" y="14146"/>
                </a:cubicBezTo>
                <a:cubicBezTo>
                  <a:pt x="0" y="21959"/>
                  <a:pt x="6333" y="28292"/>
                  <a:pt x="14146" y="28292"/>
                </a:cubicBezTo>
                <a:lnTo>
                  <a:pt x="70730" y="28292"/>
                </a:lnTo>
                <a:cubicBezTo>
                  <a:pt x="78543" y="28292"/>
                  <a:pt x="84876" y="21959"/>
                  <a:pt x="84876" y="14146"/>
                </a:cubicBezTo>
                <a:cubicBezTo>
                  <a:pt x="84876" y="6333"/>
                  <a:pt x="78543" y="0"/>
                  <a:pt x="70730"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55" name="Полилиния 60">
            <a:extLst>
              <a:ext uri="{FF2B5EF4-FFF2-40B4-BE49-F238E27FC236}">
                <a16:creationId xmlns:a16="http://schemas.microsoft.com/office/drawing/2014/main" id="{EFD6FC68-17C2-4DAB-B759-7940D9BC3343}"/>
              </a:ext>
            </a:extLst>
          </p:cNvPr>
          <p:cNvSpPr/>
          <p:nvPr/>
        </p:nvSpPr>
        <p:spPr>
          <a:xfrm>
            <a:off x="669747" y="2258810"/>
            <a:ext cx="29498" cy="9832"/>
          </a:xfrm>
          <a:custGeom>
            <a:avLst/>
            <a:gdLst>
              <a:gd name="connsiteX0" fmla="*/ 70730 w 84876"/>
              <a:gd name="connsiteY0" fmla="*/ 0 h 28292"/>
              <a:gd name="connsiteX1" fmla="*/ 14146 w 84876"/>
              <a:gd name="connsiteY1" fmla="*/ 0 h 28292"/>
              <a:gd name="connsiteX2" fmla="*/ 0 w 84876"/>
              <a:gd name="connsiteY2" fmla="*/ 14146 h 28292"/>
              <a:gd name="connsiteX3" fmla="*/ 14146 w 84876"/>
              <a:gd name="connsiteY3" fmla="*/ 28292 h 28292"/>
              <a:gd name="connsiteX4" fmla="*/ 70730 w 84876"/>
              <a:gd name="connsiteY4" fmla="*/ 28292 h 28292"/>
              <a:gd name="connsiteX5" fmla="*/ 84876 w 84876"/>
              <a:gd name="connsiteY5" fmla="*/ 14146 h 28292"/>
              <a:gd name="connsiteX6" fmla="*/ 70730 w 84876"/>
              <a:gd name="connsiteY6" fmla="*/ 0 h 2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876" h="28292">
                <a:moveTo>
                  <a:pt x="70730" y="0"/>
                </a:moveTo>
                <a:lnTo>
                  <a:pt x="14146" y="0"/>
                </a:lnTo>
                <a:cubicBezTo>
                  <a:pt x="6333" y="0"/>
                  <a:pt x="0" y="6333"/>
                  <a:pt x="0" y="14146"/>
                </a:cubicBezTo>
                <a:cubicBezTo>
                  <a:pt x="0" y="21959"/>
                  <a:pt x="6333" y="28292"/>
                  <a:pt x="14146" y="28292"/>
                </a:cubicBezTo>
                <a:lnTo>
                  <a:pt x="70730" y="28292"/>
                </a:lnTo>
                <a:cubicBezTo>
                  <a:pt x="78543" y="28292"/>
                  <a:pt x="84876" y="21959"/>
                  <a:pt x="84876" y="14146"/>
                </a:cubicBezTo>
                <a:cubicBezTo>
                  <a:pt x="84876" y="6333"/>
                  <a:pt x="78543" y="0"/>
                  <a:pt x="70730"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56" name="Полилиния 61">
            <a:extLst>
              <a:ext uri="{FF2B5EF4-FFF2-40B4-BE49-F238E27FC236}">
                <a16:creationId xmlns:a16="http://schemas.microsoft.com/office/drawing/2014/main" id="{4C8F0D8D-808C-43A4-A999-87C9F6803428}"/>
              </a:ext>
            </a:extLst>
          </p:cNvPr>
          <p:cNvSpPr/>
          <p:nvPr/>
        </p:nvSpPr>
        <p:spPr>
          <a:xfrm>
            <a:off x="791017" y="2186703"/>
            <a:ext cx="9832" cy="85217"/>
          </a:xfrm>
          <a:custGeom>
            <a:avLst/>
            <a:gdLst>
              <a:gd name="connsiteX0" fmla="*/ 14146 w 28292"/>
              <a:gd name="connsiteY0" fmla="*/ 0 h 245198"/>
              <a:gd name="connsiteX1" fmla="*/ 0 w 28292"/>
              <a:gd name="connsiteY1" fmla="*/ 14146 h 245198"/>
              <a:gd name="connsiteX2" fmla="*/ 0 w 28292"/>
              <a:gd name="connsiteY2" fmla="*/ 231052 h 245198"/>
              <a:gd name="connsiteX3" fmla="*/ 14146 w 28292"/>
              <a:gd name="connsiteY3" fmla="*/ 245198 h 245198"/>
              <a:gd name="connsiteX4" fmla="*/ 28292 w 28292"/>
              <a:gd name="connsiteY4" fmla="*/ 231052 h 245198"/>
              <a:gd name="connsiteX5" fmla="*/ 28292 w 28292"/>
              <a:gd name="connsiteY5" fmla="*/ 14146 h 245198"/>
              <a:gd name="connsiteX6" fmla="*/ 14146 w 28292"/>
              <a:gd name="connsiteY6" fmla="*/ 0 h 24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245198">
                <a:moveTo>
                  <a:pt x="14146" y="0"/>
                </a:moveTo>
                <a:cubicBezTo>
                  <a:pt x="6333" y="0"/>
                  <a:pt x="0" y="6333"/>
                  <a:pt x="0" y="14146"/>
                </a:cubicBezTo>
                <a:lnTo>
                  <a:pt x="0" y="231052"/>
                </a:lnTo>
                <a:cubicBezTo>
                  <a:pt x="0" y="238865"/>
                  <a:pt x="6333" y="245198"/>
                  <a:pt x="14146" y="245198"/>
                </a:cubicBezTo>
                <a:cubicBezTo>
                  <a:pt x="21959" y="245198"/>
                  <a:pt x="28292" y="238865"/>
                  <a:pt x="28292" y="231052"/>
                </a:cubicBezTo>
                <a:lnTo>
                  <a:pt x="28292" y="14146"/>
                </a:lnTo>
                <a:cubicBezTo>
                  <a:pt x="28292" y="6333"/>
                  <a:pt x="21959" y="0"/>
                  <a:pt x="14146" y="0"/>
                </a:cubicBezTo>
                <a:close/>
              </a:path>
            </a:pathLst>
          </a:custGeom>
          <a:solidFill>
            <a:schemeClr val="accent1"/>
          </a:solidFill>
          <a:ln w="9431" cap="flat">
            <a:noFill/>
            <a:prstDash val="solid"/>
            <a:miter/>
          </a:ln>
        </p:spPr>
        <p:txBody>
          <a:bodyPr rtlCol="0" anchor="ctr"/>
          <a:lstStyle/>
          <a:p>
            <a:endParaRPr lang="ru-RU" dirty="0"/>
          </a:p>
        </p:txBody>
      </p:sp>
      <p:pic>
        <p:nvPicPr>
          <p:cNvPr id="68" name="Рисунок 67">
            <a:extLst>
              <a:ext uri="{FF2B5EF4-FFF2-40B4-BE49-F238E27FC236}">
                <a16:creationId xmlns:a16="http://schemas.microsoft.com/office/drawing/2014/main" id="{0E9A55C0-9330-4507-AC0E-A030CA9DBB30}"/>
              </a:ext>
            </a:extLst>
          </p:cNvPr>
          <p:cNvPicPr>
            <a:picLocks noChangeAspect="1"/>
          </p:cNvPicPr>
          <p:nvPr/>
        </p:nvPicPr>
        <p:blipFill>
          <a:blip r:embed="rId2"/>
          <a:stretch>
            <a:fillRect/>
          </a:stretch>
        </p:blipFill>
        <p:spPr>
          <a:xfrm>
            <a:off x="7041232" y="216915"/>
            <a:ext cx="2526044" cy="586933"/>
          </a:xfrm>
          <a:prstGeom prst="rect">
            <a:avLst/>
          </a:prstGeom>
        </p:spPr>
      </p:pic>
      <p:pic>
        <p:nvPicPr>
          <p:cNvPr id="74" name="Рисунок 73">
            <a:extLst>
              <a:ext uri="{FF2B5EF4-FFF2-40B4-BE49-F238E27FC236}">
                <a16:creationId xmlns:a16="http://schemas.microsoft.com/office/drawing/2014/main" id="{4A337340-3464-416B-AD77-AB7FB99F8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
        <p:nvSpPr>
          <p:cNvPr id="78" name="Прямоугольник 77">
            <a:extLst>
              <a:ext uri="{FF2B5EF4-FFF2-40B4-BE49-F238E27FC236}">
                <a16:creationId xmlns:a16="http://schemas.microsoft.com/office/drawing/2014/main" id="{90FD9EC4-406A-4B4D-A79E-9A3A7A8CD1C9}"/>
              </a:ext>
            </a:extLst>
          </p:cNvPr>
          <p:cNvSpPr/>
          <p:nvPr/>
        </p:nvSpPr>
        <p:spPr>
          <a:xfrm>
            <a:off x="3584848" y="1242709"/>
            <a:ext cx="2593441" cy="2198038"/>
          </a:xfrm>
          <a:prstGeom prst="rect">
            <a:avLst/>
          </a:prstGeom>
          <a:noFill/>
        </p:spPr>
        <p:txBody>
          <a:bodyPr wrap="square" lIns="0" anchor="t">
            <a:spAutoFit/>
          </a:bodyPr>
          <a:lstStyle/>
          <a:p>
            <a:pPr defTabSz="371475" fontAlgn="auto">
              <a:spcBef>
                <a:spcPts val="0"/>
              </a:spcBef>
              <a:spcAft>
                <a:spcPts val="450"/>
              </a:spcAft>
              <a:defRPr/>
            </a:pP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 Corporate unit (working with companies)</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Department of work with large business</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Small and Medium Business Service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Cash Management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Corporate Lending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Government Contract Support Department</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79" name="Прямоугольник 78">
            <a:extLst>
              <a:ext uri="{FF2B5EF4-FFF2-40B4-BE49-F238E27FC236}">
                <a16:creationId xmlns:a16="http://schemas.microsoft.com/office/drawing/2014/main" id="{197A7DFD-CBF0-4B73-B161-BCDA55F88982}"/>
              </a:ext>
            </a:extLst>
          </p:cNvPr>
          <p:cNvSpPr/>
          <p:nvPr/>
        </p:nvSpPr>
        <p:spPr>
          <a:xfrm>
            <a:off x="6642812" y="1439909"/>
            <a:ext cx="2593441" cy="1410643"/>
          </a:xfrm>
          <a:prstGeom prst="rect">
            <a:avLst/>
          </a:prstGeom>
          <a:noFill/>
        </p:spPr>
        <p:txBody>
          <a:bodyPr wrap="square" lIns="0" anchor="t">
            <a:spAutoFit/>
          </a:bodyPr>
          <a:lstStyle/>
          <a:p>
            <a:pPr defTabSz="371475" fontAlgn="auto">
              <a:spcBef>
                <a:spcPts val="0"/>
              </a:spcBef>
              <a:spcAft>
                <a:spcPts val="450"/>
              </a:spcAft>
              <a:defRPr/>
            </a:pP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a:t>
            </a:r>
            <a:r>
              <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rPr>
              <a:t> </a:t>
            </a: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Risk Management Unit</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Credit Risk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Market Risk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Department of Operational Risks</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Department of scoring and evaluation of borrowers</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80" name="Прямоугольник 79">
            <a:extLst>
              <a:ext uri="{FF2B5EF4-FFF2-40B4-BE49-F238E27FC236}">
                <a16:creationId xmlns:a16="http://schemas.microsoft.com/office/drawing/2014/main" id="{B8F919A2-BD1D-4566-B52A-F48AABAA5FF7}"/>
              </a:ext>
            </a:extLst>
          </p:cNvPr>
          <p:cNvSpPr/>
          <p:nvPr/>
        </p:nvSpPr>
        <p:spPr>
          <a:xfrm>
            <a:off x="415924" y="3920803"/>
            <a:ext cx="2593441" cy="1644040"/>
          </a:xfrm>
          <a:prstGeom prst="rect">
            <a:avLst/>
          </a:prstGeom>
          <a:noFill/>
        </p:spPr>
        <p:txBody>
          <a:bodyPr wrap="square" lIns="0" anchor="t">
            <a:spAutoFit/>
          </a:bodyPr>
          <a:lstStyle/>
          <a:p>
            <a:pPr defTabSz="371475" fontAlgn="auto">
              <a:spcBef>
                <a:spcPts val="0"/>
              </a:spcBef>
              <a:spcAft>
                <a:spcPts val="450"/>
              </a:spcAft>
              <a:defRPr/>
            </a:pPr>
            <a:r>
              <a:rPr lang="ru-RU" sz="1400" b="1" i="0" dirty="0">
                <a:solidFill>
                  <a:srgbClr val="0F1115"/>
                </a:solidFill>
                <a:effectLst/>
                <a:latin typeface="quote-cjk-patch"/>
              </a:rPr>
              <a:t>📊 </a:t>
            </a: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Financial block</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Accounting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Financial Planning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Management Reporting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Treasury</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Tax Accounting Department</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82" name="Прямоугольник 81">
            <a:extLst>
              <a:ext uri="{FF2B5EF4-FFF2-40B4-BE49-F238E27FC236}">
                <a16:creationId xmlns:a16="http://schemas.microsoft.com/office/drawing/2014/main" id="{D015D284-390A-4C83-8BC4-6794CC97F403}"/>
              </a:ext>
            </a:extLst>
          </p:cNvPr>
          <p:cNvSpPr/>
          <p:nvPr/>
        </p:nvSpPr>
        <p:spPr>
          <a:xfrm>
            <a:off x="3613693" y="3851218"/>
            <a:ext cx="2593441" cy="1813317"/>
          </a:xfrm>
          <a:prstGeom prst="rect">
            <a:avLst/>
          </a:prstGeom>
          <a:noFill/>
        </p:spPr>
        <p:txBody>
          <a:bodyPr wrap="square" lIns="0" anchor="t">
            <a:spAutoFit/>
          </a:bodyPr>
          <a:lstStyle/>
          <a:p>
            <a:pPr defTabSz="371475" fontAlgn="auto">
              <a:spcBef>
                <a:spcPts val="0"/>
              </a:spcBef>
              <a:spcAft>
                <a:spcPts val="450"/>
              </a:spcAft>
              <a:defRPr/>
            </a:pPr>
            <a:r>
              <a:rPr lang="ru-RU" sz="1400" dirty="0">
                <a:effectLst/>
              </a:rPr>
              <a:t>🖥️</a:t>
            </a:r>
            <a:r>
              <a:rPr lang="ru-RU" sz="1400" b="1" dirty="0">
                <a:solidFill>
                  <a:srgbClr val="0F1115"/>
                </a:solidFill>
                <a:latin typeface="quote-cjk-patch"/>
              </a:rPr>
              <a:t> </a:t>
            </a: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IT department</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Software Development and Implementation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Business Intelligence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Cybersecurity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24/7 System Monitoring Service</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Technical Support Department</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83" name="Прямоугольник 82">
            <a:extLst>
              <a:ext uri="{FF2B5EF4-FFF2-40B4-BE49-F238E27FC236}">
                <a16:creationId xmlns:a16="http://schemas.microsoft.com/office/drawing/2014/main" id="{C2735FCA-B489-4FCF-87E9-CF5C61526CA0}"/>
              </a:ext>
            </a:extLst>
          </p:cNvPr>
          <p:cNvSpPr/>
          <p:nvPr/>
        </p:nvSpPr>
        <p:spPr>
          <a:xfrm>
            <a:off x="6705061" y="3810647"/>
            <a:ext cx="2593441" cy="1813317"/>
          </a:xfrm>
          <a:prstGeom prst="rect">
            <a:avLst/>
          </a:prstGeom>
          <a:noFill/>
        </p:spPr>
        <p:txBody>
          <a:bodyPr wrap="square" lIns="0" anchor="t">
            <a:spAutoFit/>
          </a:bodyPr>
          <a:lstStyle/>
          <a:p>
            <a:pPr defTabSz="371475" fontAlgn="auto">
              <a:spcBef>
                <a:spcPts val="0"/>
              </a:spcBef>
              <a:spcAft>
                <a:spcPts val="450"/>
              </a:spcAft>
              <a:defRPr/>
            </a:pPr>
            <a:r>
              <a:rPr lang="ru-RU" sz="1400" b="1" dirty="0">
                <a:solidFill>
                  <a:srgbClr val="0F1115"/>
                </a:solidFill>
                <a:latin typeface="quote-cjk-patch"/>
              </a:rPr>
              <a:t>🛠️ </a:t>
            </a:r>
            <a:r>
              <a:rPr lang="en-US" sz="1400" b="1" dirty="0">
                <a:solidFill>
                  <a:srgbClr val="FF7B21"/>
                </a:solidFill>
                <a:latin typeface="Tahoma" panose="020B0604030504040204" pitchFamily="34" charset="0"/>
                <a:ea typeface="Tahoma" panose="020B0604030504040204" pitchFamily="34" charset="0"/>
                <a:cs typeface="Tahoma" panose="020B0604030504040204" pitchFamily="34" charset="0"/>
              </a:rPr>
              <a:t>Auxiliary units</a:t>
            </a:r>
            <a:endParaRPr lang="ru-RU" sz="14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Legal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Internal Control Service</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Administrative and Economic Department</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Human Resources Department (HR)</a:t>
            </a:r>
          </a:p>
          <a:p>
            <a:pPr marL="171450" indent="-171450" defTabSz="371475" fontAlgn="auto">
              <a:spcBef>
                <a:spcPts val="0"/>
              </a:spcBef>
              <a:spcAft>
                <a:spcPts val="450"/>
              </a:spcAft>
              <a:buFont typeface="Arial" panose="020B0604020202020204" pitchFamily="34" charset="0"/>
              <a:buChar char="•"/>
              <a:defRPr/>
            </a:pPr>
            <a:r>
              <a:rPr lang="en-US" sz="1100" b="1" dirty="0">
                <a:solidFill>
                  <a:srgbClr val="002394"/>
                </a:solidFill>
                <a:latin typeface="Tahoma" panose="020B0604030504040204" pitchFamily="34" charset="0"/>
                <a:ea typeface="Tahoma" panose="020B0604030504040204" pitchFamily="34" charset="0"/>
                <a:cs typeface="Tahoma" panose="020B0604030504040204" pitchFamily="34" charset="0"/>
              </a:rPr>
              <a:t>Security Service</a:t>
            </a:r>
            <a:endParaRPr lang="ru-RU" sz="1100" b="1"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07564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89"/>
          <p:cNvSpPr txBox="1">
            <a:spLocks noChangeArrowheads="1"/>
          </p:cNvSpPr>
          <p:nvPr/>
        </p:nvSpPr>
        <p:spPr bwMode="auto">
          <a:xfrm>
            <a:off x="0" y="264096"/>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Conclusion</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3" name="TextBox 42">
            <a:extLst>
              <a:ext uri="{FF2B5EF4-FFF2-40B4-BE49-F238E27FC236}">
                <a16:creationId xmlns:a16="http://schemas.microsoft.com/office/drawing/2014/main" id="{90AE6908-88FF-40B0-B1E9-6EED4D691962}"/>
              </a:ext>
            </a:extLst>
          </p:cNvPr>
          <p:cNvSpPr txBox="1"/>
          <p:nvPr/>
        </p:nvSpPr>
        <p:spPr>
          <a:xfrm>
            <a:off x="128464" y="1933155"/>
            <a:ext cx="4204692" cy="3416320"/>
          </a:xfrm>
          <a:prstGeom prst="rect">
            <a:avLst/>
          </a:prstGeom>
          <a:noFill/>
        </p:spPr>
        <p:txBody>
          <a:bodyPr wrap="square">
            <a:spAutoFit/>
          </a:bodyPr>
          <a:lstStyle/>
          <a:p>
            <a:r>
              <a:rPr lang="en-US" dirty="0">
                <a:solidFill>
                  <a:srgbClr val="002394"/>
                </a:solidFill>
                <a:latin typeface="Tahoma" panose="020B0604030504040204" pitchFamily="34" charset="0"/>
                <a:ea typeface="Tahoma" panose="020B0604030504040204" pitchFamily="34" charset="0"/>
                <a:cs typeface="Tahoma" panose="020B0604030504040204" pitchFamily="34" charset="0"/>
              </a:rPr>
              <a:t>In conclusion, </a:t>
            </a:r>
            <a:r>
              <a:rPr lang="en-US" dirty="0" err="1">
                <a:solidFill>
                  <a:srgbClr val="002394"/>
                </a:solidFill>
                <a:latin typeface="Tahoma" panose="020B0604030504040204" pitchFamily="34" charset="0"/>
                <a:ea typeface="Tahoma" panose="020B0604030504040204" pitchFamily="34" charset="0"/>
                <a:cs typeface="Tahoma" panose="020B0604030504040204" pitchFamily="34" charset="0"/>
              </a:rPr>
              <a:t>Promsvyazbank</a:t>
            </a:r>
            <a:r>
              <a:rPr lang="en-US" dirty="0">
                <a:solidFill>
                  <a:srgbClr val="002394"/>
                </a:solidFill>
                <a:latin typeface="Tahoma" panose="020B0604030504040204" pitchFamily="34" charset="0"/>
                <a:ea typeface="Tahoma" panose="020B0604030504040204" pitchFamily="34" charset="0"/>
                <a:cs typeface="Tahoma" panose="020B0604030504040204" pitchFamily="34" charset="0"/>
              </a:rPr>
              <a:t> is not just a financial institution. It is also a technology company that invests in digital transformation and in young talent.</a:t>
            </a:r>
            <a: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en-US" dirty="0">
                <a:solidFill>
                  <a:srgbClr val="002394"/>
                </a:solidFill>
                <a:latin typeface="Tahoma" panose="020B0604030504040204" pitchFamily="34" charset="0"/>
                <a:ea typeface="Tahoma" panose="020B0604030504040204" pitchFamily="34" charset="0"/>
                <a:cs typeface="Tahoma" panose="020B0604030504040204" pitchFamily="34" charset="0"/>
              </a:rPr>
              <a:t>PSB Bank is a great place to work, where you can develop your professional skills in the field of information security</a:t>
            </a:r>
            <a:r>
              <a:rPr lang="en-US" dirty="0">
                <a:effectLst/>
              </a:rPr>
              <a:t>.</a:t>
            </a:r>
            <a:r>
              <a:rPr lang="ru-RU" dirty="0">
                <a:effectLst/>
              </a:rPr>
              <a:t> </a:t>
            </a:r>
            <a:r>
              <a:rPr lang="en-US" dirty="0">
                <a:solidFill>
                  <a:srgbClr val="002394"/>
                </a:solidFill>
                <a:latin typeface="Tahoma" panose="020B0604030504040204" pitchFamily="34" charset="0"/>
                <a:ea typeface="Tahoma" panose="020B0604030504040204" pitchFamily="34" charset="0"/>
                <a:cs typeface="Tahoma" panose="020B0604030504040204" pitchFamily="34" charset="0"/>
              </a:rPr>
              <a:t>Our different roles, in DevOps and Network Engineering, show how many opportunities there are in the bank for IT specialists.</a:t>
            </a:r>
            <a:endParaRPr lang="ru-RU"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6" name="Рисунок 45">
            <a:extLst>
              <a:ext uri="{FF2B5EF4-FFF2-40B4-BE49-F238E27FC236}">
                <a16:creationId xmlns:a16="http://schemas.microsoft.com/office/drawing/2014/main" id="{40154077-409A-4BE2-80AF-5323E34A9452}"/>
              </a:ext>
            </a:extLst>
          </p:cNvPr>
          <p:cNvPicPr>
            <a:picLocks noChangeAspect="1"/>
          </p:cNvPicPr>
          <p:nvPr/>
        </p:nvPicPr>
        <p:blipFill>
          <a:blip r:embed="rId3"/>
          <a:stretch>
            <a:fillRect/>
          </a:stretch>
        </p:blipFill>
        <p:spPr>
          <a:xfrm>
            <a:off x="7041232" y="216915"/>
            <a:ext cx="2526044" cy="586933"/>
          </a:xfrm>
          <a:prstGeom prst="rect">
            <a:avLst/>
          </a:prstGeom>
        </p:spPr>
      </p:pic>
      <p:pic>
        <p:nvPicPr>
          <p:cNvPr id="47" name="Рисунок 46">
            <a:extLst>
              <a:ext uri="{FF2B5EF4-FFF2-40B4-BE49-F238E27FC236}">
                <a16:creationId xmlns:a16="http://schemas.microsoft.com/office/drawing/2014/main" id="{5C7C5824-1C64-4D27-96E9-99B028456B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pic>
        <p:nvPicPr>
          <p:cNvPr id="6146" name="Picture 2" descr="Банк ПСБ, банк, Республиканская ул., 16, Ярославль — Яндекс Карты">
            <a:extLst>
              <a:ext uri="{FF2B5EF4-FFF2-40B4-BE49-F238E27FC236}">
                <a16:creationId xmlns:a16="http://schemas.microsoft.com/office/drawing/2014/main" id="{FD4B839E-1736-4F2E-A335-9D27C83FD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960" y="1933155"/>
            <a:ext cx="4796308" cy="3597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4731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90AE6908-88FF-40B0-B1E9-6EED4D691962}"/>
              </a:ext>
            </a:extLst>
          </p:cNvPr>
          <p:cNvSpPr txBox="1"/>
          <p:nvPr/>
        </p:nvSpPr>
        <p:spPr>
          <a:xfrm>
            <a:off x="100236" y="3167390"/>
            <a:ext cx="9705528" cy="523220"/>
          </a:xfrm>
          <a:prstGeom prst="rect">
            <a:avLst/>
          </a:prstGeom>
          <a:noFill/>
        </p:spPr>
        <p:txBody>
          <a:bodyPr wrap="square">
            <a:spAutoFit/>
          </a:bodyPr>
          <a:lstStyle/>
          <a:p>
            <a:pPr algn="ctr"/>
            <a:r>
              <a:rPr lang="en-US" sz="2800" dirty="0">
                <a:solidFill>
                  <a:srgbClr val="002394"/>
                </a:solidFill>
                <a:latin typeface="Tahoma" panose="020B0604030504040204" pitchFamily="34" charset="0"/>
                <a:ea typeface="Tahoma" panose="020B0604030504040204" pitchFamily="34" charset="0"/>
                <a:cs typeface="Tahoma" panose="020B0604030504040204" pitchFamily="34" charset="0"/>
              </a:rPr>
              <a:t>Thanks for your attention</a:t>
            </a:r>
            <a:endParaRPr lang="ru-RU" sz="28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 name="Рисунок 3">
            <a:extLst>
              <a:ext uri="{FF2B5EF4-FFF2-40B4-BE49-F238E27FC236}">
                <a16:creationId xmlns:a16="http://schemas.microsoft.com/office/drawing/2014/main" id="{C2B79085-CC35-4FA7-BA08-6D51F4AD5B2F}"/>
              </a:ext>
            </a:extLst>
          </p:cNvPr>
          <p:cNvPicPr>
            <a:picLocks noChangeAspect="1"/>
          </p:cNvPicPr>
          <p:nvPr/>
        </p:nvPicPr>
        <p:blipFill>
          <a:blip r:embed="rId3"/>
          <a:stretch>
            <a:fillRect/>
          </a:stretch>
        </p:blipFill>
        <p:spPr>
          <a:xfrm>
            <a:off x="7041232" y="216915"/>
            <a:ext cx="2526044" cy="586933"/>
          </a:xfrm>
          <a:prstGeom prst="rect">
            <a:avLst/>
          </a:prstGeom>
        </p:spPr>
      </p:pic>
      <p:pic>
        <p:nvPicPr>
          <p:cNvPr id="5" name="Рисунок 4">
            <a:extLst>
              <a:ext uri="{FF2B5EF4-FFF2-40B4-BE49-F238E27FC236}">
                <a16:creationId xmlns:a16="http://schemas.microsoft.com/office/drawing/2014/main" id="{41AC323F-B593-4986-95BA-3DF9FB0E9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Tree>
    <p:extLst>
      <p:ext uri="{BB962C8B-B14F-4D97-AF65-F5344CB8AC3E}">
        <p14:creationId xmlns:p14="http://schemas.microsoft.com/office/powerpoint/2010/main" val="1261634516"/>
      </p:ext>
    </p:extLst>
  </p:cSld>
  <p:clrMapOvr>
    <a:masterClrMapping/>
  </p:clrMapOvr>
  <p:transition/>
</p:sld>
</file>

<file path=ppt/theme/theme1.xml><?xml version="1.0" encoding="utf-8"?>
<a:theme xmlns:a="http://schemas.openxmlformats.org/drawingml/2006/main" name="Презентация-rus">
  <a:themeElements>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Презентация-rus">
      <a:majorFont>
        <a:latin typeface="Myriad Pro Light"/>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Презентация-ru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Презентация-ru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Презентация-ru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Презентация-ru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Презентация-ru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Презентация-ru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Презентация-ru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Презентация-ru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Презентация-ru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Презентация-ru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Презентация-ru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иповой слайд-Промсвязьбанк">
  <a:themeElements>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Типовой слайд-Промсвязьбанк">
      <a:majorFont>
        <a:latin typeface="Myriad Pro"/>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Типовой слайд-Промсвязьбан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Типовой слайд-Промсвязьбанк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Типовой слайд-Промсвязьбан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Типовой слайд-Промсвязьбан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Типовой слайд-Промсвязьбан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Типовой слайд-Промсвязьбан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Типовой слайд-Промсвязьбан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Типовой слайд-Промсвязьбан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Типовой слайд-Промсвязьбан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Типовой слайд-Промсвязьбан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Типовой слайд-Промсвязьбан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Презентация-rus</Template>
  <TotalTime>21963</TotalTime>
  <Words>1413</Words>
  <Application>Microsoft Office PowerPoint</Application>
  <PresentationFormat>Лист A4 (210x297 мм)</PresentationFormat>
  <Paragraphs>110</Paragraphs>
  <Slides>8</Slides>
  <Notes>6</Notes>
  <HiddenSlides>0</HiddenSlides>
  <MMClips>0</MMClips>
  <ScaleCrop>false</ScaleCrop>
  <HeadingPairs>
    <vt:vector size="8" baseType="variant">
      <vt:variant>
        <vt:lpstr>Использованные шрифты</vt:lpstr>
      </vt:variant>
      <vt:variant>
        <vt:i4>6</vt:i4>
      </vt:variant>
      <vt:variant>
        <vt:lpstr>Тема</vt:lpstr>
      </vt:variant>
      <vt:variant>
        <vt:i4>2</vt:i4>
      </vt:variant>
      <vt:variant>
        <vt:lpstr>Внедренные серверы OLE</vt:lpstr>
      </vt:variant>
      <vt:variant>
        <vt:i4>1</vt:i4>
      </vt:variant>
      <vt:variant>
        <vt:lpstr>Заголовки слайдов</vt:lpstr>
      </vt:variant>
      <vt:variant>
        <vt:i4>8</vt:i4>
      </vt:variant>
    </vt:vector>
  </HeadingPairs>
  <TitlesOfParts>
    <vt:vector size="17" baseType="lpstr">
      <vt:lpstr>Arial</vt:lpstr>
      <vt:lpstr>Myriad Pro</vt:lpstr>
      <vt:lpstr>Myriad Pro Light</vt:lpstr>
      <vt:lpstr>quote-cjk-patch</vt:lpstr>
      <vt:lpstr>Tahoma</vt:lpstr>
      <vt:lpstr>Wingdings</vt:lpstr>
      <vt:lpstr>Презентация-rus</vt:lpstr>
      <vt:lpstr>Типовой слайд-Промсвязьбанк</vt:lpstr>
      <vt:lpstr>CorelDRAW</vt:lpstr>
      <vt:lpstr>Kirill Rodion</vt:lpstr>
      <vt:lpstr>Презентация PowerPoint</vt:lpstr>
      <vt:lpstr>Презентация PowerPoint</vt:lpstr>
      <vt:lpstr>Презентация PowerPoint</vt:lpstr>
      <vt:lpstr>STATISTICS </vt:lpstr>
      <vt:lpstr>BANK STRUCTURE</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PSB</dc:creator>
  <cp:lastModifiedBy>Debosanu Debosanu</cp:lastModifiedBy>
  <cp:revision>892</cp:revision>
  <cp:lastPrinted>2018-09-10T10:20:36Z</cp:lastPrinted>
  <dcterms:created xsi:type="dcterms:W3CDTF">2008-04-23T05:57:59Z</dcterms:created>
  <dcterms:modified xsi:type="dcterms:W3CDTF">2025-10-26T11:34:07Z</dcterms:modified>
</cp:coreProperties>
</file>